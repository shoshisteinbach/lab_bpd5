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he-IL" sz="1600" b="1" dirty="0">
                <a:solidFill>
                  <a:srgbClr val="14303F"/>
                </a:solidFill>
                <a:latin typeface="Assistant"/>
              </a:rPr>
              <a:t>ערכי</a:t>
            </a:r>
            <a:r>
              <a:rPr lang="en-US" sz="1600" b="1" dirty="0">
                <a:solidFill>
                  <a:srgbClr val="14303F"/>
                </a:solidFill>
                <a:latin typeface="Assistant"/>
              </a:rPr>
              <a:t>BPD </a:t>
            </a:r>
            <a:r>
              <a:rPr lang="he-IL" sz="1600" b="1" dirty="0">
                <a:solidFill>
                  <a:srgbClr val="14303F"/>
                </a:solidFill>
                <a:latin typeface="Assistant"/>
              </a:rPr>
              <a:t> כפי שנרשמו (ללא התיקון)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מ״מ (תקין)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5"/>
            <c:spPr>
              <a:solidFill>
                <a:srgbClr val="7A8C99"/>
              </a:solidFill>
              <a:ln>
                <a:noFill/>
              </a:ln>
            </c:spPr>
          </c:marker>
          <c:xVal>
            <c:numRef>
              <c:f>Sheet1!$A$2:$A$401</c:f>
              <c:numCache>
                <c:formatCode>General</c:formatCode>
                <c:ptCount val="400"/>
                <c:pt idx="0">
                  <c:v>35.57</c:v>
                </c:pt>
                <c:pt idx="1">
                  <c:v>37.71</c:v>
                </c:pt>
                <c:pt idx="2">
                  <c:v>14.14</c:v>
                </c:pt>
                <c:pt idx="3">
                  <c:v>30.71</c:v>
                </c:pt>
                <c:pt idx="4">
                  <c:v>21.29</c:v>
                </c:pt>
                <c:pt idx="5">
                  <c:v>37.14</c:v>
                </c:pt>
                <c:pt idx="6">
                  <c:v>37.43</c:v>
                </c:pt>
                <c:pt idx="7">
                  <c:v>33.43</c:v>
                </c:pt>
                <c:pt idx="8">
                  <c:v>23.29</c:v>
                </c:pt>
                <c:pt idx="9">
                  <c:v>17.86</c:v>
                </c:pt>
                <c:pt idx="10">
                  <c:v>34.14</c:v>
                </c:pt>
                <c:pt idx="11">
                  <c:v>38</c:v>
                </c:pt>
                <c:pt idx="12">
                  <c:v>34.71</c:v>
                </c:pt>
                <c:pt idx="13">
                  <c:v>29.29</c:v>
                </c:pt>
                <c:pt idx="14">
                  <c:v>30.14</c:v>
                </c:pt>
                <c:pt idx="15">
                  <c:v>18.57</c:v>
                </c:pt>
                <c:pt idx="16">
                  <c:v>38</c:v>
                </c:pt>
                <c:pt idx="17">
                  <c:v>20</c:v>
                </c:pt>
                <c:pt idx="18">
                  <c:v>38.86</c:v>
                </c:pt>
                <c:pt idx="19">
                  <c:v>32.86</c:v>
                </c:pt>
                <c:pt idx="20">
                  <c:v>32.29</c:v>
                </c:pt>
                <c:pt idx="21">
                  <c:v>37.14</c:v>
                </c:pt>
                <c:pt idx="22">
                  <c:v>17.43</c:v>
                </c:pt>
                <c:pt idx="23">
                  <c:v>32.14</c:v>
                </c:pt>
                <c:pt idx="24">
                  <c:v>27.29</c:v>
                </c:pt>
                <c:pt idx="25">
                  <c:v>19.57</c:v>
                </c:pt>
                <c:pt idx="26">
                  <c:v>37.86</c:v>
                </c:pt>
                <c:pt idx="27">
                  <c:v>31</c:v>
                </c:pt>
                <c:pt idx="28">
                  <c:v>31.71</c:v>
                </c:pt>
                <c:pt idx="29">
                  <c:v>31.57</c:v>
                </c:pt>
                <c:pt idx="30">
                  <c:v>31.86</c:v>
                </c:pt>
                <c:pt idx="31">
                  <c:v>22</c:v>
                </c:pt>
                <c:pt idx="32">
                  <c:v>38.14</c:v>
                </c:pt>
                <c:pt idx="33">
                  <c:v>29.29</c:v>
                </c:pt>
                <c:pt idx="34">
                  <c:v>21.86</c:v>
                </c:pt>
                <c:pt idx="35">
                  <c:v>23</c:v>
                </c:pt>
                <c:pt idx="36">
                  <c:v>29.43</c:v>
                </c:pt>
                <c:pt idx="37">
                  <c:v>38.71</c:v>
                </c:pt>
                <c:pt idx="38">
                  <c:v>39.57</c:v>
                </c:pt>
                <c:pt idx="39">
                  <c:v>21.57</c:v>
                </c:pt>
                <c:pt idx="40">
                  <c:v>31.71</c:v>
                </c:pt>
                <c:pt idx="41">
                  <c:v>37.71</c:v>
                </c:pt>
                <c:pt idx="42">
                  <c:v>30.86</c:v>
                </c:pt>
                <c:pt idx="43">
                  <c:v>20.86</c:v>
                </c:pt>
                <c:pt idx="44">
                  <c:v>23.43</c:v>
                </c:pt>
                <c:pt idx="45">
                  <c:v>34.86</c:v>
                </c:pt>
                <c:pt idx="46">
                  <c:v>32.14</c:v>
                </c:pt>
                <c:pt idx="47">
                  <c:v>20.29</c:v>
                </c:pt>
                <c:pt idx="48">
                  <c:v>19</c:v>
                </c:pt>
                <c:pt idx="49">
                  <c:v>31.29</c:v>
                </c:pt>
                <c:pt idx="50">
                  <c:v>34.86</c:v>
                </c:pt>
                <c:pt idx="51">
                  <c:v>22.57</c:v>
                </c:pt>
                <c:pt idx="52">
                  <c:v>36.57</c:v>
                </c:pt>
                <c:pt idx="53">
                  <c:v>36.43</c:v>
                </c:pt>
                <c:pt idx="54">
                  <c:v>31</c:v>
                </c:pt>
                <c:pt idx="55">
                  <c:v>32.86</c:v>
                </c:pt>
                <c:pt idx="56">
                  <c:v>35</c:v>
                </c:pt>
                <c:pt idx="57">
                  <c:v>21</c:v>
                </c:pt>
                <c:pt idx="58">
                  <c:v>24.29</c:v>
                </c:pt>
                <c:pt idx="59">
                  <c:v>22.14</c:v>
                </c:pt>
                <c:pt idx="60">
                  <c:v>32.71</c:v>
                </c:pt>
                <c:pt idx="61">
                  <c:v>14.14</c:v>
                </c:pt>
                <c:pt idx="62">
                  <c:v>37.86</c:v>
                </c:pt>
                <c:pt idx="63">
                  <c:v>22.86</c:v>
                </c:pt>
                <c:pt idx="64">
                  <c:v>25.57</c:v>
                </c:pt>
                <c:pt idx="65">
                  <c:v>31.71</c:v>
                </c:pt>
                <c:pt idx="66">
                  <c:v>24.57</c:v>
                </c:pt>
                <c:pt idx="67">
                  <c:v>37.43</c:v>
                </c:pt>
                <c:pt idx="68">
                  <c:v>31.43</c:v>
                </c:pt>
                <c:pt idx="69">
                  <c:v>22</c:v>
                </c:pt>
                <c:pt idx="70">
                  <c:v>38.57</c:v>
                </c:pt>
                <c:pt idx="71">
                  <c:v>37.57</c:v>
                </c:pt>
                <c:pt idx="72">
                  <c:v>35.29</c:v>
                </c:pt>
                <c:pt idx="73">
                  <c:v>38.57</c:v>
                </c:pt>
                <c:pt idx="74">
                  <c:v>39.43</c:v>
                </c:pt>
                <c:pt idx="75">
                  <c:v>38.86</c:v>
                </c:pt>
                <c:pt idx="76">
                  <c:v>37.14</c:v>
                </c:pt>
                <c:pt idx="77">
                  <c:v>31.57</c:v>
                </c:pt>
                <c:pt idx="78">
                  <c:v>33.43</c:v>
                </c:pt>
                <c:pt idx="79">
                  <c:v>21.43</c:v>
                </c:pt>
                <c:pt idx="80">
                  <c:v>26.71</c:v>
                </c:pt>
                <c:pt idx="81">
                  <c:v>36.57</c:v>
                </c:pt>
                <c:pt idx="82">
                  <c:v>31.14</c:v>
                </c:pt>
                <c:pt idx="83">
                  <c:v>32.43</c:v>
                </c:pt>
                <c:pt idx="84">
                  <c:v>32</c:v>
                </c:pt>
                <c:pt idx="85">
                  <c:v>31.71</c:v>
                </c:pt>
                <c:pt idx="86">
                  <c:v>33</c:v>
                </c:pt>
                <c:pt idx="87">
                  <c:v>35.14</c:v>
                </c:pt>
                <c:pt idx="88">
                  <c:v>32</c:v>
                </c:pt>
                <c:pt idx="89">
                  <c:v>36.86</c:v>
                </c:pt>
                <c:pt idx="90">
                  <c:v>33.29</c:v>
                </c:pt>
                <c:pt idx="91">
                  <c:v>21.71</c:v>
                </c:pt>
                <c:pt idx="92">
                  <c:v>37.71</c:v>
                </c:pt>
                <c:pt idx="93">
                  <c:v>31.29</c:v>
                </c:pt>
                <c:pt idx="94">
                  <c:v>21.14</c:v>
                </c:pt>
                <c:pt idx="95">
                  <c:v>21.14</c:v>
                </c:pt>
                <c:pt idx="96">
                  <c:v>39.43</c:v>
                </c:pt>
                <c:pt idx="97">
                  <c:v>16.29</c:v>
                </c:pt>
                <c:pt idx="98">
                  <c:v>19.71</c:v>
                </c:pt>
                <c:pt idx="99">
                  <c:v>23.29</c:v>
                </c:pt>
                <c:pt idx="100">
                  <c:v>36.29</c:v>
                </c:pt>
                <c:pt idx="101">
                  <c:v>31</c:v>
                </c:pt>
                <c:pt idx="102">
                  <c:v>26.14</c:v>
                </c:pt>
                <c:pt idx="103">
                  <c:v>23.29</c:v>
                </c:pt>
                <c:pt idx="104">
                  <c:v>30</c:v>
                </c:pt>
                <c:pt idx="105">
                  <c:v>34.71</c:v>
                </c:pt>
                <c:pt idx="106">
                  <c:v>21.43</c:v>
                </c:pt>
                <c:pt idx="107">
                  <c:v>32.29</c:v>
                </c:pt>
                <c:pt idx="108">
                  <c:v>38.29</c:v>
                </c:pt>
                <c:pt idx="109">
                  <c:v>34.29</c:v>
                </c:pt>
                <c:pt idx="110">
                  <c:v>34.14</c:v>
                </c:pt>
                <c:pt idx="111">
                  <c:v>31.14</c:v>
                </c:pt>
                <c:pt idx="112">
                  <c:v>21.57</c:v>
                </c:pt>
                <c:pt idx="113">
                  <c:v>16.29</c:v>
                </c:pt>
                <c:pt idx="114">
                  <c:v>14.57</c:v>
                </c:pt>
                <c:pt idx="115">
                  <c:v>35.14</c:v>
                </c:pt>
                <c:pt idx="116">
                  <c:v>19.71</c:v>
                </c:pt>
                <c:pt idx="117">
                  <c:v>18.86</c:v>
                </c:pt>
                <c:pt idx="118">
                  <c:v>27.86</c:v>
                </c:pt>
                <c:pt idx="119">
                  <c:v>39.29</c:v>
                </c:pt>
                <c:pt idx="120">
                  <c:v>33.29</c:v>
                </c:pt>
                <c:pt idx="121">
                  <c:v>33.43</c:v>
                </c:pt>
                <c:pt idx="122">
                  <c:v>29.86</c:v>
                </c:pt>
                <c:pt idx="123">
                  <c:v>24.86</c:v>
                </c:pt>
                <c:pt idx="124">
                  <c:v>31.86</c:v>
                </c:pt>
                <c:pt idx="125">
                  <c:v>14.29</c:v>
                </c:pt>
                <c:pt idx="126">
                  <c:v>39.71</c:v>
                </c:pt>
                <c:pt idx="127">
                  <c:v>35</c:v>
                </c:pt>
                <c:pt idx="128">
                  <c:v>36.14</c:v>
                </c:pt>
                <c:pt idx="129">
                  <c:v>22.29</c:v>
                </c:pt>
                <c:pt idx="130">
                  <c:v>24.43</c:v>
                </c:pt>
                <c:pt idx="131">
                  <c:v>27.57</c:v>
                </c:pt>
                <c:pt idx="132">
                  <c:v>21.29</c:v>
                </c:pt>
                <c:pt idx="133">
                  <c:v>38.29</c:v>
                </c:pt>
                <c:pt idx="134">
                  <c:v>14.71</c:v>
                </c:pt>
                <c:pt idx="135">
                  <c:v>18.29</c:v>
                </c:pt>
                <c:pt idx="136">
                  <c:v>39.57</c:v>
                </c:pt>
                <c:pt idx="137">
                  <c:v>38.57</c:v>
                </c:pt>
                <c:pt idx="138">
                  <c:v>22.57</c:v>
                </c:pt>
                <c:pt idx="139">
                  <c:v>30.14</c:v>
                </c:pt>
                <c:pt idx="140">
                  <c:v>30.43</c:v>
                </c:pt>
                <c:pt idx="141">
                  <c:v>18</c:v>
                </c:pt>
                <c:pt idx="142">
                  <c:v>21.29</c:v>
                </c:pt>
                <c:pt idx="143">
                  <c:v>21.43</c:v>
                </c:pt>
                <c:pt idx="144">
                  <c:v>37</c:v>
                </c:pt>
                <c:pt idx="145">
                  <c:v>17.29</c:v>
                </c:pt>
                <c:pt idx="146">
                  <c:v>21.86</c:v>
                </c:pt>
                <c:pt idx="147">
                  <c:v>31.57</c:v>
                </c:pt>
                <c:pt idx="148">
                  <c:v>39</c:v>
                </c:pt>
                <c:pt idx="149">
                  <c:v>37.86</c:v>
                </c:pt>
                <c:pt idx="150">
                  <c:v>20.57</c:v>
                </c:pt>
                <c:pt idx="151">
                  <c:v>26</c:v>
                </c:pt>
                <c:pt idx="152">
                  <c:v>35.14</c:v>
                </c:pt>
                <c:pt idx="153">
                  <c:v>31.29</c:v>
                </c:pt>
                <c:pt idx="154">
                  <c:v>29.29</c:v>
                </c:pt>
                <c:pt idx="155">
                  <c:v>25.14</c:v>
                </c:pt>
                <c:pt idx="156">
                  <c:v>32</c:v>
                </c:pt>
                <c:pt idx="157">
                  <c:v>19.57</c:v>
                </c:pt>
                <c:pt idx="158">
                  <c:v>27.57</c:v>
                </c:pt>
                <c:pt idx="159">
                  <c:v>33</c:v>
                </c:pt>
                <c:pt idx="160">
                  <c:v>23</c:v>
                </c:pt>
                <c:pt idx="161">
                  <c:v>22.57</c:v>
                </c:pt>
                <c:pt idx="162">
                  <c:v>21.71</c:v>
                </c:pt>
                <c:pt idx="163">
                  <c:v>37.57</c:v>
                </c:pt>
                <c:pt idx="164">
                  <c:v>22.86</c:v>
                </c:pt>
                <c:pt idx="165">
                  <c:v>38.29</c:v>
                </c:pt>
                <c:pt idx="166">
                  <c:v>38.71</c:v>
                </c:pt>
                <c:pt idx="167">
                  <c:v>30.29</c:v>
                </c:pt>
                <c:pt idx="168">
                  <c:v>34.86</c:v>
                </c:pt>
                <c:pt idx="169">
                  <c:v>38.29</c:v>
                </c:pt>
                <c:pt idx="170">
                  <c:v>22.71</c:v>
                </c:pt>
                <c:pt idx="171">
                  <c:v>38.14</c:v>
                </c:pt>
                <c:pt idx="172">
                  <c:v>22.43</c:v>
                </c:pt>
                <c:pt idx="173">
                  <c:v>37.14</c:v>
                </c:pt>
                <c:pt idx="174">
                  <c:v>30.57</c:v>
                </c:pt>
                <c:pt idx="175">
                  <c:v>25.29</c:v>
                </c:pt>
                <c:pt idx="176">
                  <c:v>24.86</c:v>
                </c:pt>
                <c:pt idx="177">
                  <c:v>30.57</c:v>
                </c:pt>
                <c:pt idx="178">
                  <c:v>27.43</c:v>
                </c:pt>
                <c:pt idx="179">
                  <c:v>21.71</c:v>
                </c:pt>
                <c:pt idx="180">
                  <c:v>23</c:v>
                </c:pt>
                <c:pt idx="181">
                  <c:v>35.71</c:v>
                </c:pt>
                <c:pt idx="182">
                  <c:v>39.29</c:v>
                </c:pt>
                <c:pt idx="183">
                  <c:v>28.71</c:v>
                </c:pt>
                <c:pt idx="184">
                  <c:v>28.29</c:v>
                </c:pt>
                <c:pt idx="185">
                  <c:v>29.14</c:v>
                </c:pt>
                <c:pt idx="186">
                  <c:v>21.14</c:v>
                </c:pt>
                <c:pt idx="187">
                  <c:v>22.71</c:v>
                </c:pt>
                <c:pt idx="188">
                  <c:v>33.86</c:v>
                </c:pt>
                <c:pt idx="189">
                  <c:v>37.29</c:v>
                </c:pt>
                <c:pt idx="190">
                  <c:v>27.71</c:v>
                </c:pt>
                <c:pt idx="191">
                  <c:v>30.14</c:v>
                </c:pt>
                <c:pt idx="192">
                  <c:v>24.14</c:v>
                </c:pt>
                <c:pt idx="193">
                  <c:v>20.14</c:v>
                </c:pt>
                <c:pt idx="194">
                  <c:v>24.14</c:v>
                </c:pt>
                <c:pt idx="195">
                  <c:v>24</c:v>
                </c:pt>
                <c:pt idx="196">
                  <c:v>22.29</c:v>
                </c:pt>
                <c:pt idx="197">
                  <c:v>28</c:v>
                </c:pt>
                <c:pt idx="198">
                  <c:v>20.86</c:v>
                </c:pt>
                <c:pt idx="199">
                  <c:v>20.86</c:v>
                </c:pt>
                <c:pt idx="200">
                  <c:v>21.86</c:v>
                </c:pt>
                <c:pt idx="201">
                  <c:v>28.14</c:v>
                </c:pt>
                <c:pt idx="202">
                  <c:v>20.86</c:v>
                </c:pt>
                <c:pt idx="203">
                  <c:v>28.29</c:v>
                </c:pt>
                <c:pt idx="204">
                  <c:v>27.71</c:v>
                </c:pt>
                <c:pt idx="205">
                  <c:v>16.43</c:v>
                </c:pt>
                <c:pt idx="206">
                  <c:v>29.43</c:v>
                </c:pt>
                <c:pt idx="207">
                  <c:v>35.57</c:v>
                </c:pt>
                <c:pt idx="208">
                  <c:v>21.14</c:v>
                </c:pt>
                <c:pt idx="209">
                  <c:v>19.71</c:v>
                </c:pt>
                <c:pt idx="210">
                  <c:v>25</c:v>
                </c:pt>
                <c:pt idx="211">
                  <c:v>31.71</c:v>
                </c:pt>
                <c:pt idx="212">
                  <c:v>30.43</c:v>
                </c:pt>
                <c:pt idx="213">
                  <c:v>31.86</c:v>
                </c:pt>
                <c:pt idx="214">
                  <c:v>20.14</c:v>
                </c:pt>
                <c:pt idx="215">
                  <c:v>14</c:v>
                </c:pt>
                <c:pt idx="216">
                  <c:v>17.29</c:v>
                </c:pt>
                <c:pt idx="217">
                  <c:v>31</c:v>
                </c:pt>
                <c:pt idx="218">
                  <c:v>23.14</c:v>
                </c:pt>
                <c:pt idx="219">
                  <c:v>23.14</c:v>
                </c:pt>
                <c:pt idx="220">
                  <c:v>40</c:v>
                </c:pt>
                <c:pt idx="221">
                  <c:v>29.29</c:v>
                </c:pt>
                <c:pt idx="222">
                  <c:v>18</c:v>
                </c:pt>
                <c:pt idx="223">
                  <c:v>37.57</c:v>
                </c:pt>
                <c:pt idx="224">
                  <c:v>27</c:v>
                </c:pt>
                <c:pt idx="225">
                  <c:v>31</c:v>
                </c:pt>
                <c:pt idx="226">
                  <c:v>22.86</c:v>
                </c:pt>
                <c:pt idx="227">
                  <c:v>28.86</c:v>
                </c:pt>
                <c:pt idx="228">
                  <c:v>39.29</c:v>
                </c:pt>
                <c:pt idx="229">
                  <c:v>35.57</c:v>
                </c:pt>
                <c:pt idx="230">
                  <c:v>39.57</c:v>
                </c:pt>
                <c:pt idx="231">
                  <c:v>23.14</c:v>
                </c:pt>
                <c:pt idx="232">
                  <c:v>29.71</c:v>
                </c:pt>
                <c:pt idx="233">
                  <c:v>16.43</c:v>
                </c:pt>
                <c:pt idx="234">
                  <c:v>29.71</c:v>
                </c:pt>
                <c:pt idx="235">
                  <c:v>39.43</c:v>
                </c:pt>
                <c:pt idx="236">
                  <c:v>34.71</c:v>
                </c:pt>
                <c:pt idx="237">
                  <c:v>34.29</c:v>
                </c:pt>
                <c:pt idx="238">
                  <c:v>27.57</c:v>
                </c:pt>
                <c:pt idx="239">
                  <c:v>35</c:v>
                </c:pt>
                <c:pt idx="240">
                  <c:v>31.57</c:v>
                </c:pt>
                <c:pt idx="241">
                  <c:v>21.14</c:v>
                </c:pt>
                <c:pt idx="242">
                  <c:v>33.43</c:v>
                </c:pt>
                <c:pt idx="243">
                  <c:v>15.29</c:v>
                </c:pt>
                <c:pt idx="244">
                  <c:v>30.57</c:v>
                </c:pt>
                <c:pt idx="245">
                  <c:v>22.29</c:v>
                </c:pt>
                <c:pt idx="246">
                  <c:v>36.29</c:v>
                </c:pt>
                <c:pt idx="247">
                  <c:v>34.43</c:v>
                </c:pt>
                <c:pt idx="248">
                  <c:v>29.86</c:v>
                </c:pt>
                <c:pt idx="249">
                  <c:v>35.14</c:v>
                </c:pt>
                <c:pt idx="250">
                  <c:v>37.71</c:v>
                </c:pt>
                <c:pt idx="251">
                  <c:v>35.29</c:v>
                </c:pt>
                <c:pt idx="252">
                  <c:v>30.29</c:v>
                </c:pt>
                <c:pt idx="253">
                  <c:v>32.86</c:v>
                </c:pt>
                <c:pt idx="254">
                  <c:v>34.43</c:v>
                </c:pt>
                <c:pt idx="255">
                  <c:v>33.29</c:v>
                </c:pt>
                <c:pt idx="256">
                  <c:v>27.71</c:v>
                </c:pt>
                <c:pt idx="257">
                  <c:v>28.71</c:v>
                </c:pt>
                <c:pt idx="258">
                  <c:v>28.43</c:v>
                </c:pt>
                <c:pt idx="259">
                  <c:v>20.71</c:v>
                </c:pt>
                <c:pt idx="260">
                  <c:v>40</c:v>
                </c:pt>
                <c:pt idx="261">
                  <c:v>31.43</c:v>
                </c:pt>
                <c:pt idx="262">
                  <c:v>33.71</c:v>
                </c:pt>
                <c:pt idx="263">
                  <c:v>31</c:v>
                </c:pt>
                <c:pt idx="264">
                  <c:v>29.43</c:v>
                </c:pt>
                <c:pt idx="265">
                  <c:v>39.71</c:v>
                </c:pt>
                <c:pt idx="266">
                  <c:v>30.57</c:v>
                </c:pt>
                <c:pt idx="267">
                  <c:v>20.57</c:v>
                </c:pt>
                <c:pt idx="268">
                  <c:v>20</c:v>
                </c:pt>
                <c:pt idx="269">
                  <c:v>38.29</c:v>
                </c:pt>
                <c:pt idx="270">
                  <c:v>21.57</c:v>
                </c:pt>
                <c:pt idx="271">
                  <c:v>36.71</c:v>
                </c:pt>
                <c:pt idx="272">
                  <c:v>31.71</c:v>
                </c:pt>
                <c:pt idx="273">
                  <c:v>36.29</c:v>
                </c:pt>
                <c:pt idx="274">
                  <c:v>39.71</c:v>
                </c:pt>
                <c:pt idx="275">
                  <c:v>33.14</c:v>
                </c:pt>
                <c:pt idx="276">
                  <c:v>30.71</c:v>
                </c:pt>
                <c:pt idx="277">
                  <c:v>20.29</c:v>
                </c:pt>
                <c:pt idx="278">
                  <c:v>18.71</c:v>
                </c:pt>
                <c:pt idx="279">
                  <c:v>24</c:v>
                </c:pt>
                <c:pt idx="280">
                  <c:v>22</c:v>
                </c:pt>
                <c:pt idx="281">
                  <c:v>32.86</c:v>
                </c:pt>
                <c:pt idx="282">
                  <c:v>37</c:v>
                </c:pt>
                <c:pt idx="283">
                  <c:v>29.86</c:v>
                </c:pt>
                <c:pt idx="284">
                  <c:v>21</c:v>
                </c:pt>
                <c:pt idx="285">
                  <c:v>27.14</c:v>
                </c:pt>
                <c:pt idx="286">
                  <c:v>22.14</c:v>
                </c:pt>
                <c:pt idx="287">
                  <c:v>34.71</c:v>
                </c:pt>
                <c:pt idx="288">
                  <c:v>20.86</c:v>
                </c:pt>
                <c:pt idx="289">
                  <c:v>21.14</c:v>
                </c:pt>
                <c:pt idx="290">
                  <c:v>31.14</c:v>
                </c:pt>
                <c:pt idx="291">
                  <c:v>20.57</c:v>
                </c:pt>
                <c:pt idx="292">
                  <c:v>31.57</c:v>
                </c:pt>
                <c:pt idx="293">
                  <c:v>35</c:v>
                </c:pt>
                <c:pt idx="294">
                  <c:v>30.57</c:v>
                </c:pt>
                <c:pt idx="295">
                  <c:v>28.14</c:v>
                </c:pt>
                <c:pt idx="296">
                  <c:v>30.29</c:v>
                </c:pt>
                <c:pt idx="297">
                  <c:v>33.71</c:v>
                </c:pt>
                <c:pt idx="298">
                  <c:v>34.29</c:v>
                </c:pt>
                <c:pt idx="299">
                  <c:v>35.57</c:v>
                </c:pt>
                <c:pt idx="300">
                  <c:v>40</c:v>
                </c:pt>
                <c:pt idx="301">
                  <c:v>37.14</c:v>
                </c:pt>
                <c:pt idx="302">
                  <c:v>31.86</c:v>
                </c:pt>
                <c:pt idx="303">
                  <c:v>37</c:v>
                </c:pt>
                <c:pt idx="304">
                  <c:v>20.86</c:v>
                </c:pt>
                <c:pt idx="305">
                  <c:v>22.71</c:v>
                </c:pt>
                <c:pt idx="306">
                  <c:v>26.29</c:v>
                </c:pt>
                <c:pt idx="307">
                  <c:v>19.43</c:v>
                </c:pt>
                <c:pt idx="308">
                  <c:v>30.86</c:v>
                </c:pt>
                <c:pt idx="309">
                  <c:v>38.86</c:v>
                </c:pt>
                <c:pt idx="310">
                  <c:v>31.29</c:v>
                </c:pt>
                <c:pt idx="311">
                  <c:v>14.57</c:v>
                </c:pt>
                <c:pt idx="312">
                  <c:v>31</c:v>
                </c:pt>
                <c:pt idx="313">
                  <c:v>15.57</c:v>
                </c:pt>
                <c:pt idx="314">
                  <c:v>40</c:v>
                </c:pt>
                <c:pt idx="315">
                  <c:v>31</c:v>
                </c:pt>
                <c:pt idx="316">
                  <c:v>16.86</c:v>
                </c:pt>
                <c:pt idx="317">
                  <c:v>37.71</c:v>
                </c:pt>
                <c:pt idx="318">
                  <c:v>20.29</c:v>
                </c:pt>
                <c:pt idx="319">
                  <c:v>34.14</c:v>
                </c:pt>
                <c:pt idx="320">
                  <c:v>20.71</c:v>
                </c:pt>
                <c:pt idx="321">
                  <c:v>18.14</c:v>
                </c:pt>
                <c:pt idx="322">
                  <c:v>32.29</c:v>
                </c:pt>
                <c:pt idx="323">
                  <c:v>32.29</c:v>
                </c:pt>
                <c:pt idx="324">
                  <c:v>23.14</c:v>
                </c:pt>
                <c:pt idx="325">
                  <c:v>26.29</c:v>
                </c:pt>
                <c:pt idx="326">
                  <c:v>23.86</c:v>
                </c:pt>
                <c:pt idx="327">
                  <c:v>26.71</c:v>
                </c:pt>
                <c:pt idx="328">
                  <c:v>24</c:v>
                </c:pt>
                <c:pt idx="329">
                  <c:v>25.57</c:v>
                </c:pt>
                <c:pt idx="330">
                  <c:v>39.14</c:v>
                </c:pt>
                <c:pt idx="331">
                  <c:v>32.29</c:v>
                </c:pt>
                <c:pt idx="332">
                  <c:v>38</c:v>
                </c:pt>
                <c:pt idx="333">
                  <c:v>30.86</c:v>
                </c:pt>
                <c:pt idx="334">
                  <c:v>15.86</c:v>
                </c:pt>
                <c:pt idx="335">
                  <c:v>37.57</c:v>
                </c:pt>
                <c:pt idx="336">
                  <c:v>17.57</c:v>
                </c:pt>
                <c:pt idx="337">
                  <c:v>31.86</c:v>
                </c:pt>
                <c:pt idx="338">
                  <c:v>29.71</c:v>
                </c:pt>
                <c:pt idx="339">
                  <c:v>30.57</c:v>
                </c:pt>
                <c:pt idx="340">
                  <c:v>16.14</c:v>
                </c:pt>
                <c:pt idx="341">
                  <c:v>15</c:v>
                </c:pt>
                <c:pt idx="342">
                  <c:v>18.29</c:v>
                </c:pt>
                <c:pt idx="343">
                  <c:v>29.14</c:v>
                </c:pt>
                <c:pt idx="344">
                  <c:v>21.86</c:v>
                </c:pt>
                <c:pt idx="345">
                  <c:v>34.14</c:v>
                </c:pt>
                <c:pt idx="346">
                  <c:v>38.86</c:v>
                </c:pt>
                <c:pt idx="347">
                  <c:v>37.14</c:v>
                </c:pt>
                <c:pt idx="348">
                  <c:v>37.29</c:v>
                </c:pt>
                <c:pt idx="349">
                  <c:v>38.86</c:v>
                </c:pt>
                <c:pt idx="350">
                  <c:v>27.43</c:v>
                </c:pt>
                <c:pt idx="351">
                  <c:v>29.71</c:v>
                </c:pt>
                <c:pt idx="352">
                  <c:v>20.86</c:v>
                </c:pt>
                <c:pt idx="353">
                  <c:v>32.57</c:v>
                </c:pt>
                <c:pt idx="354">
                  <c:v>18</c:v>
                </c:pt>
                <c:pt idx="355">
                  <c:v>34.43</c:v>
                </c:pt>
                <c:pt idx="356">
                  <c:v>34.14</c:v>
                </c:pt>
                <c:pt idx="357">
                  <c:v>35</c:v>
                </c:pt>
                <c:pt idx="358">
                  <c:v>24.14</c:v>
                </c:pt>
                <c:pt idx="359">
                  <c:v>19.43</c:v>
                </c:pt>
                <c:pt idx="360">
                  <c:v>38.29</c:v>
                </c:pt>
                <c:pt idx="361">
                  <c:v>28.57</c:v>
                </c:pt>
                <c:pt idx="362">
                  <c:v>17.43</c:v>
                </c:pt>
                <c:pt idx="363">
                  <c:v>30</c:v>
                </c:pt>
                <c:pt idx="364">
                  <c:v>19.43</c:v>
                </c:pt>
                <c:pt idx="365">
                  <c:v>26.14</c:v>
                </c:pt>
                <c:pt idx="366">
                  <c:v>25</c:v>
                </c:pt>
                <c:pt idx="367">
                  <c:v>33</c:v>
                </c:pt>
                <c:pt idx="368">
                  <c:v>17.43</c:v>
                </c:pt>
                <c:pt idx="369">
                  <c:v>22.29</c:v>
                </c:pt>
                <c:pt idx="370">
                  <c:v>19.57</c:v>
                </c:pt>
                <c:pt idx="371">
                  <c:v>35.29</c:v>
                </c:pt>
                <c:pt idx="372">
                  <c:v>33.71</c:v>
                </c:pt>
                <c:pt idx="373">
                  <c:v>36.71</c:v>
                </c:pt>
                <c:pt idx="374">
                  <c:v>19.29</c:v>
                </c:pt>
                <c:pt idx="375">
                  <c:v>21.57</c:v>
                </c:pt>
                <c:pt idx="376">
                  <c:v>20.86</c:v>
                </c:pt>
                <c:pt idx="377">
                  <c:v>14.86</c:v>
                </c:pt>
                <c:pt idx="378">
                  <c:v>39.86</c:v>
                </c:pt>
                <c:pt idx="379">
                  <c:v>29</c:v>
                </c:pt>
                <c:pt idx="380">
                  <c:v>33</c:v>
                </c:pt>
                <c:pt idx="381">
                  <c:v>37.29</c:v>
                </c:pt>
                <c:pt idx="382">
                  <c:v>37.71</c:v>
                </c:pt>
                <c:pt idx="383">
                  <c:v>34.29</c:v>
                </c:pt>
                <c:pt idx="384">
                  <c:v>30</c:v>
                </c:pt>
                <c:pt idx="385">
                  <c:v>22</c:v>
                </c:pt>
                <c:pt idx="386">
                  <c:v>32.86</c:v>
                </c:pt>
                <c:pt idx="387">
                  <c:v>21.29</c:v>
                </c:pt>
                <c:pt idx="388">
                  <c:v>28.43</c:v>
                </c:pt>
                <c:pt idx="389">
                  <c:v>31.71</c:v>
                </c:pt>
                <c:pt idx="390">
                  <c:v>24</c:v>
                </c:pt>
                <c:pt idx="391">
                  <c:v>33</c:v>
                </c:pt>
                <c:pt idx="392">
                  <c:v>37</c:v>
                </c:pt>
                <c:pt idx="393">
                  <c:v>26.14</c:v>
                </c:pt>
                <c:pt idx="394">
                  <c:v>37.57</c:v>
                </c:pt>
                <c:pt idx="395">
                  <c:v>30.14</c:v>
                </c:pt>
                <c:pt idx="396">
                  <c:v>21.43</c:v>
                </c:pt>
                <c:pt idx="397">
                  <c:v>30.71</c:v>
                </c:pt>
                <c:pt idx="398">
                  <c:v>40</c:v>
                </c:pt>
                <c:pt idx="399">
                  <c:v>36.57</c:v>
                </c:pt>
              </c:numCache>
            </c:numRef>
          </c:xVal>
          <c:yVal>
            <c:numRef>
              <c:f>Sheet1!$B$2:$B$401</c:f>
              <c:numCache>
                <c:formatCode>General</c:formatCode>
                <c:ptCount val="400"/>
                <c:pt idx="0">
                  <c:v>91</c:v>
                </c:pt>
                <c:pt idx="1">
                  <c:v>89</c:v>
                </c:pt>
                <c:pt idx="2">
                  <c:v>27</c:v>
                </c:pt>
                <c:pt idx="3">
                  <c:v>81</c:v>
                </c:pt>
                <c:pt idx="4">
                  <c:v>49</c:v>
                </c:pt>
                <c:pt idx="5">
                  <c:v>97.1</c:v>
                </c:pt>
                <c:pt idx="6">
                  <c:v>93</c:v>
                </c:pt>
                <c:pt idx="7">
                  <c:v>77</c:v>
                </c:pt>
                <c:pt idx="8">
                  <c:v>55</c:v>
                </c:pt>
                <c:pt idx="9">
                  <c:v>38</c:v>
                </c:pt>
                <c:pt idx="10">
                  <c:v>81.2</c:v>
                </c:pt>
                <c:pt idx="11">
                  <c:v>91</c:v>
                </c:pt>
                <c:pt idx="12">
                  <c:v>87</c:v>
                </c:pt>
                <c:pt idx="13">
                  <c:v>69</c:v>
                </c:pt>
                <c:pt idx="14">
                  <c:v>76</c:v>
                </c:pt>
                <c:pt idx="15">
                  <c:v>48</c:v>
                </c:pt>
                <c:pt idx="16">
                  <c:v>95</c:v>
                </c:pt>
                <c:pt idx="17">
                  <c:v>47</c:v>
                </c:pt>
                <c:pt idx="18">
                  <c:v>94</c:v>
                </c:pt>
                <c:pt idx="19">
                  <c:v>80</c:v>
                </c:pt>
                <c:pt idx="20">
                  <c:v>82</c:v>
                </c:pt>
                <c:pt idx="21">
                  <c:v>88</c:v>
                </c:pt>
                <c:pt idx="22">
                  <c:v>39</c:v>
                </c:pt>
                <c:pt idx="23">
                  <c:v>87</c:v>
                </c:pt>
                <c:pt idx="24">
                  <c:v>67</c:v>
                </c:pt>
                <c:pt idx="25">
                  <c:v>48</c:v>
                </c:pt>
                <c:pt idx="26">
                  <c:v>90</c:v>
                </c:pt>
                <c:pt idx="27">
                  <c:v>78</c:v>
                </c:pt>
                <c:pt idx="28">
                  <c:v>75</c:v>
                </c:pt>
                <c:pt idx="29">
                  <c:v>83</c:v>
                </c:pt>
                <c:pt idx="30">
                  <c:v>81</c:v>
                </c:pt>
                <c:pt idx="31">
                  <c:v>52</c:v>
                </c:pt>
                <c:pt idx="32">
                  <c:v>89</c:v>
                </c:pt>
                <c:pt idx="33">
                  <c:v>74</c:v>
                </c:pt>
                <c:pt idx="34">
                  <c:v>49</c:v>
                </c:pt>
                <c:pt idx="35">
                  <c:v>56</c:v>
                </c:pt>
                <c:pt idx="36">
                  <c:v>72</c:v>
                </c:pt>
                <c:pt idx="37">
                  <c:v>92</c:v>
                </c:pt>
                <c:pt idx="38">
                  <c:v>90</c:v>
                </c:pt>
                <c:pt idx="39">
                  <c:v>47</c:v>
                </c:pt>
                <c:pt idx="40">
                  <c:v>84.1</c:v>
                </c:pt>
                <c:pt idx="41">
                  <c:v>94</c:v>
                </c:pt>
                <c:pt idx="42">
                  <c:v>82</c:v>
                </c:pt>
                <c:pt idx="43">
                  <c:v>52</c:v>
                </c:pt>
                <c:pt idx="44">
                  <c:v>59</c:v>
                </c:pt>
                <c:pt idx="45">
                  <c:v>85.1</c:v>
                </c:pt>
                <c:pt idx="46">
                  <c:v>79</c:v>
                </c:pt>
                <c:pt idx="47">
                  <c:v>47</c:v>
                </c:pt>
                <c:pt idx="48">
                  <c:v>40.4</c:v>
                </c:pt>
                <c:pt idx="49">
                  <c:v>74</c:v>
                </c:pt>
                <c:pt idx="50">
                  <c:v>87</c:v>
                </c:pt>
                <c:pt idx="51">
                  <c:v>53</c:v>
                </c:pt>
                <c:pt idx="52">
                  <c:v>86</c:v>
                </c:pt>
                <c:pt idx="53">
                  <c:v>90</c:v>
                </c:pt>
                <c:pt idx="54">
                  <c:v>75</c:v>
                </c:pt>
                <c:pt idx="55">
                  <c:v>83</c:v>
                </c:pt>
                <c:pt idx="56">
                  <c:v>86.2</c:v>
                </c:pt>
                <c:pt idx="57">
                  <c:v>45</c:v>
                </c:pt>
                <c:pt idx="58">
                  <c:v>60</c:v>
                </c:pt>
                <c:pt idx="59">
                  <c:v>57</c:v>
                </c:pt>
                <c:pt idx="60">
                  <c:v>85</c:v>
                </c:pt>
                <c:pt idx="61">
                  <c:v>28</c:v>
                </c:pt>
                <c:pt idx="62">
                  <c:v>88</c:v>
                </c:pt>
                <c:pt idx="63">
                  <c:v>50</c:v>
                </c:pt>
                <c:pt idx="64">
                  <c:v>63</c:v>
                </c:pt>
                <c:pt idx="65">
                  <c:v>81</c:v>
                </c:pt>
                <c:pt idx="66">
                  <c:v>64</c:v>
                </c:pt>
                <c:pt idx="67">
                  <c:v>94</c:v>
                </c:pt>
                <c:pt idx="68">
                  <c:v>74</c:v>
                </c:pt>
                <c:pt idx="69">
                  <c:v>53</c:v>
                </c:pt>
                <c:pt idx="70">
                  <c:v>89</c:v>
                </c:pt>
                <c:pt idx="71">
                  <c:v>87</c:v>
                </c:pt>
                <c:pt idx="72">
                  <c:v>88</c:v>
                </c:pt>
                <c:pt idx="73">
                  <c:v>94</c:v>
                </c:pt>
                <c:pt idx="74">
                  <c:v>86</c:v>
                </c:pt>
                <c:pt idx="75">
                  <c:v>89</c:v>
                </c:pt>
                <c:pt idx="76">
                  <c:v>90.1</c:v>
                </c:pt>
                <c:pt idx="77">
                  <c:v>77</c:v>
                </c:pt>
                <c:pt idx="78">
                  <c:v>80</c:v>
                </c:pt>
                <c:pt idx="79">
                  <c:v>56</c:v>
                </c:pt>
                <c:pt idx="80">
                  <c:v>69</c:v>
                </c:pt>
                <c:pt idx="81">
                  <c:v>90</c:v>
                </c:pt>
                <c:pt idx="82">
                  <c:v>82</c:v>
                </c:pt>
                <c:pt idx="83">
                  <c:v>84</c:v>
                </c:pt>
                <c:pt idx="84">
                  <c:v>82</c:v>
                </c:pt>
                <c:pt idx="85">
                  <c:v>78</c:v>
                </c:pt>
                <c:pt idx="86">
                  <c:v>81</c:v>
                </c:pt>
                <c:pt idx="87">
                  <c:v>88</c:v>
                </c:pt>
                <c:pt idx="88">
                  <c:v>85</c:v>
                </c:pt>
                <c:pt idx="89">
                  <c:v>96</c:v>
                </c:pt>
                <c:pt idx="90">
                  <c:v>80.5</c:v>
                </c:pt>
                <c:pt idx="91">
                  <c:v>42</c:v>
                </c:pt>
                <c:pt idx="92">
                  <c:v>89</c:v>
                </c:pt>
                <c:pt idx="93">
                  <c:v>82</c:v>
                </c:pt>
                <c:pt idx="94">
                  <c:v>49</c:v>
                </c:pt>
                <c:pt idx="95">
                  <c:v>51</c:v>
                </c:pt>
                <c:pt idx="96">
                  <c:v>88</c:v>
                </c:pt>
                <c:pt idx="97">
                  <c:v>33</c:v>
                </c:pt>
                <c:pt idx="98">
                  <c:v>49</c:v>
                </c:pt>
                <c:pt idx="99">
                  <c:v>55</c:v>
                </c:pt>
                <c:pt idx="100">
                  <c:v>90</c:v>
                </c:pt>
                <c:pt idx="101">
                  <c:v>74</c:v>
                </c:pt>
                <c:pt idx="102">
                  <c:v>65</c:v>
                </c:pt>
                <c:pt idx="103">
                  <c:v>52</c:v>
                </c:pt>
                <c:pt idx="104">
                  <c:v>77</c:v>
                </c:pt>
                <c:pt idx="105">
                  <c:v>88</c:v>
                </c:pt>
                <c:pt idx="106">
                  <c:v>51</c:v>
                </c:pt>
                <c:pt idx="107">
                  <c:v>82</c:v>
                </c:pt>
                <c:pt idx="108">
                  <c:v>90</c:v>
                </c:pt>
                <c:pt idx="109">
                  <c:v>85</c:v>
                </c:pt>
                <c:pt idx="110">
                  <c:v>78</c:v>
                </c:pt>
                <c:pt idx="111">
                  <c:v>74</c:v>
                </c:pt>
                <c:pt idx="112">
                  <c:v>46</c:v>
                </c:pt>
                <c:pt idx="113">
                  <c:v>35</c:v>
                </c:pt>
                <c:pt idx="114">
                  <c:v>29</c:v>
                </c:pt>
                <c:pt idx="115">
                  <c:v>87</c:v>
                </c:pt>
                <c:pt idx="116">
                  <c:v>45</c:v>
                </c:pt>
                <c:pt idx="117">
                  <c:v>40</c:v>
                </c:pt>
                <c:pt idx="118">
                  <c:v>76</c:v>
                </c:pt>
                <c:pt idx="119">
                  <c:v>93</c:v>
                </c:pt>
                <c:pt idx="120">
                  <c:v>84</c:v>
                </c:pt>
                <c:pt idx="121">
                  <c:v>82</c:v>
                </c:pt>
                <c:pt idx="122">
                  <c:v>73</c:v>
                </c:pt>
                <c:pt idx="123">
                  <c:v>60</c:v>
                </c:pt>
                <c:pt idx="124">
                  <c:v>79</c:v>
                </c:pt>
                <c:pt idx="125">
                  <c:v>28</c:v>
                </c:pt>
                <c:pt idx="126">
                  <c:v>90.3</c:v>
                </c:pt>
                <c:pt idx="127">
                  <c:v>86</c:v>
                </c:pt>
                <c:pt idx="128">
                  <c:v>88.8</c:v>
                </c:pt>
                <c:pt idx="129">
                  <c:v>52</c:v>
                </c:pt>
                <c:pt idx="130">
                  <c:v>55</c:v>
                </c:pt>
                <c:pt idx="131">
                  <c:v>71</c:v>
                </c:pt>
                <c:pt idx="132">
                  <c:v>52</c:v>
                </c:pt>
                <c:pt idx="133">
                  <c:v>92</c:v>
                </c:pt>
                <c:pt idx="134">
                  <c:v>30</c:v>
                </c:pt>
                <c:pt idx="135">
                  <c:v>44</c:v>
                </c:pt>
                <c:pt idx="136">
                  <c:v>95</c:v>
                </c:pt>
                <c:pt idx="137">
                  <c:v>91</c:v>
                </c:pt>
                <c:pt idx="138">
                  <c:v>51</c:v>
                </c:pt>
                <c:pt idx="139">
                  <c:v>76</c:v>
                </c:pt>
                <c:pt idx="140">
                  <c:v>75</c:v>
                </c:pt>
                <c:pt idx="141">
                  <c:v>41</c:v>
                </c:pt>
                <c:pt idx="142">
                  <c:v>50</c:v>
                </c:pt>
                <c:pt idx="143">
                  <c:v>48</c:v>
                </c:pt>
                <c:pt idx="144">
                  <c:v>92</c:v>
                </c:pt>
                <c:pt idx="145">
                  <c:v>40</c:v>
                </c:pt>
                <c:pt idx="146">
                  <c:v>49</c:v>
                </c:pt>
                <c:pt idx="147">
                  <c:v>82.2</c:v>
                </c:pt>
                <c:pt idx="148">
                  <c:v>87</c:v>
                </c:pt>
                <c:pt idx="149">
                  <c:v>95</c:v>
                </c:pt>
                <c:pt idx="150">
                  <c:v>48</c:v>
                </c:pt>
                <c:pt idx="151">
                  <c:v>66</c:v>
                </c:pt>
                <c:pt idx="152">
                  <c:v>89</c:v>
                </c:pt>
                <c:pt idx="153">
                  <c:v>79.7</c:v>
                </c:pt>
                <c:pt idx="154">
                  <c:v>75</c:v>
                </c:pt>
                <c:pt idx="155">
                  <c:v>64</c:v>
                </c:pt>
                <c:pt idx="156">
                  <c:v>74</c:v>
                </c:pt>
                <c:pt idx="157">
                  <c:v>48</c:v>
                </c:pt>
                <c:pt idx="158">
                  <c:v>73</c:v>
                </c:pt>
                <c:pt idx="159">
                  <c:v>84.6</c:v>
                </c:pt>
                <c:pt idx="160">
                  <c:v>52</c:v>
                </c:pt>
                <c:pt idx="161">
                  <c:v>55</c:v>
                </c:pt>
                <c:pt idx="162">
                  <c:v>56</c:v>
                </c:pt>
                <c:pt idx="163">
                  <c:v>89</c:v>
                </c:pt>
                <c:pt idx="164">
                  <c:v>54</c:v>
                </c:pt>
                <c:pt idx="165">
                  <c:v>85</c:v>
                </c:pt>
                <c:pt idx="166">
                  <c:v>85</c:v>
                </c:pt>
                <c:pt idx="167">
                  <c:v>76</c:v>
                </c:pt>
                <c:pt idx="168">
                  <c:v>92</c:v>
                </c:pt>
                <c:pt idx="169">
                  <c:v>95.3</c:v>
                </c:pt>
                <c:pt idx="170">
                  <c:v>58</c:v>
                </c:pt>
                <c:pt idx="171">
                  <c:v>93</c:v>
                </c:pt>
                <c:pt idx="172">
                  <c:v>53</c:v>
                </c:pt>
                <c:pt idx="173">
                  <c:v>89</c:v>
                </c:pt>
                <c:pt idx="174">
                  <c:v>77</c:v>
                </c:pt>
                <c:pt idx="175">
                  <c:v>59</c:v>
                </c:pt>
                <c:pt idx="176">
                  <c:v>63</c:v>
                </c:pt>
                <c:pt idx="177">
                  <c:v>76</c:v>
                </c:pt>
                <c:pt idx="178">
                  <c:v>71</c:v>
                </c:pt>
                <c:pt idx="179">
                  <c:v>50</c:v>
                </c:pt>
                <c:pt idx="180">
                  <c:v>54</c:v>
                </c:pt>
                <c:pt idx="181">
                  <c:v>86</c:v>
                </c:pt>
                <c:pt idx="182">
                  <c:v>92</c:v>
                </c:pt>
                <c:pt idx="183">
                  <c:v>73</c:v>
                </c:pt>
                <c:pt idx="184">
                  <c:v>73</c:v>
                </c:pt>
                <c:pt idx="185">
                  <c:v>74</c:v>
                </c:pt>
                <c:pt idx="186">
                  <c:v>47</c:v>
                </c:pt>
                <c:pt idx="187">
                  <c:v>53</c:v>
                </c:pt>
                <c:pt idx="188">
                  <c:v>82</c:v>
                </c:pt>
                <c:pt idx="189">
                  <c:v>91</c:v>
                </c:pt>
                <c:pt idx="190">
                  <c:v>68.8</c:v>
                </c:pt>
                <c:pt idx="191">
                  <c:v>78</c:v>
                </c:pt>
                <c:pt idx="192">
                  <c:v>61</c:v>
                </c:pt>
                <c:pt idx="193">
                  <c:v>48</c:v>
                </c:pt>
                <c:pt idx="194">
                  <c:v>59</c:v>
                </c:pt>
                <c:pt idx="195">
                  <c:v>58</c:v>
                </c:pt>
                <c:pt idx="196">
                  <c:v>50</c:v>
                </c:pt>
                <c:pt idx="197">
                  <c:v>71</c:v>
                </c:pt>
                <c:pt idx="198">
                  <c:v>50</c:v>
                </c:pt>
                <c:pt idx="199">
                  <c:v>48</c:v>
                </c:pt>
                <c:pt idx="200">
                  <c:v>53</c:v>
                </c:pt>
                <c:pt idx="201">
                  <c:v>68</c:v>
                </c:pt>
                <c:pt idx="202">
                  <c:v>47</c:v>
                </c:pt>
                <c:pt idx="203">
                  <c:v>73</c:v>
                </c:pt>
                <c:pt idx="204">
                  <c:v>68</c:v>
                </c:pt>
                <c:pt idx="205">
                  <c:v>36</c:v>
                </c:pt>
                <c:pt idx="206">
                  <c:v>76</c:v>
                </c:pt>
                <c:pt idx="207">
                  <c:v>91</c:v>
                </c:pt>
                <c:pt idx="208">
                  <c:v>43</c:v>
                </c:pt>
                <c:pt idx="209">
                  <c:v>45</c:v>
                </c:pt>
                <c:pt idx="210">
                  <c:v>63</c:v>
                </c:pt>
                <c:pt idx="211">
                  <c:v>77</c:v>
                </c:pt>
                <c:pt idx="212">
                  <c:v>83</c:v>
                </c:pt>
                <c:pt idx="213">
                  <c:v>75</c:v>
                </c:pt>
                <c:pt idx="214">
                  <c:v>46</c:v>
                </c:pt>
                <c:pt idx="215">
                  <c:v>27</c:v>
                </c:pt>
                <c:pt idx="216">
                  <c:v>36</c:v>
                </c:pt>
                <c:pt idx="217">
                  <c:v>80</c:v>
                </c:pt>
                <c:pt idx="218">
                  <c:v>52</c:v>
                </c:pt>
                <c:pt idx="219">
                  <c:v>53</c:v>
                </c:pt>
                <c:pt idx="220">
                  <c:v>90</c:v>
                </c:pt>
                <c:pt idx="221">
                  <c:v>72</c:v>
                </c:pt>
                <c:pt idx="222">
                  <c:v>40</c:v>
                </c:pt>
                <c:pt idx="223">
                  <c:v>91</c:v>
                </c:pt>
                <c:pt idx="224">
                  <c:v>67</c:v>
                </c:pt>
                <c:pt idx="225">
                  <c:v>78</c:v>
                </c:pt>
                <c:pt idx="226">
                  <c:v>57</c:v>
                </c:pt>
                <c:pt idx="227">
                  <c:v>72</c:v>
                </c:pt>
                <c:pt idx="228">
                  <c:v>93</c:v>
                </c:pt>
                <c:pt idx="229">
                  <c:v>87</c:v>
                </c:pt>
                <c:pt idx="230">
                  <c:v>93.9</c:v>
                </c:pt>
                <c:pt idx="231">
                  <c:v>49</c:v>
                </c:pt>
                <c:pt idx="232">
                  <c:v>76</c:v>
                </c:pt>
                <c:pt idx="233">
                  <c:v>30</c:v>
                </c:pt>
                <c:pt idx="234">
                  <c:v>77</c:v>
                </c:pt>
                <c:pt idx="235">
                  <c:v>89</c:v>
                </c:pt>
                <c:pt idx="236">
                  <c:v>89</c:v>
                </c:pt>
                <c:pt idx="237">
                  <c:v>89</c:v>
                </c:pt>
                <c:pt idx="238">
                  <c:v>67</c:v>
                </c:pt>
                <c:pt idx="239">
                  <c:v>81</c:v>
                </c:pt>
                <c:pt idx="240">
                  <c:v>75</c:v>
                </c:pt>
                <c:pt idx="241">
                  <c:v>51</c:v>
                </c:pt>
                <c:pt idx="242">
                  <c:v>89</c:v>
                </c:pt>
                <c:pt idx="243">
                  <c:v>31</c:v>
                </c:pt>
                <c:pt idx="244">
                  <c:v>82</c:v>
                </c:pt>
                <c:pt idx="245">
                  <c:v>52</c:v>
                </c:pt>
                <c:pt idx="246">
                  <c:v>87</c:v>
                </c:pt>
                <c:pt idx="247">
                  <c:v>74</c:v>
                </c:pt>
                <c:pt idx="248">
                  <c:v>73</c:v>
                </c:pt>
                <c:pt idx="249">
                  <c:v>84</c:v>
                </c:pt>
                <c:pt idx="250">
                  <c:v>95</c:v>
                </c:pt>
                <c:pt idx="251">
                  <c:v>87</c:v>
                </c:pt>
                <c:pt idx="252">
                  <c:v>74</c:v>
                </c:pt>
                <c:pt idx="253">
                  <c:v>75</c:v>
                </c:pt>
                <c:pt idx="254">
                  <c:v>84</c:v>
                </c:pt>
                <c:pt idx="255">
                  <c:v>82</c:v>
                </c:pt>
                <c:pt idx="256">
                  <c:v>65</c:v>
                </c:pt>
                <c:pt idx="257">
                  <c:v>76</c:v>
                </c:pt>
                <c:pt idx="258">
                  <c:v>73</c:v>
                </c:pt>
                <c:pt idx="259">
                  <c:v>48</c:v>
                </c:pt>
                <c:pt idx="260">
                  <c:v>95</c:v>
                </c:pt>
                <c:pt idx="261">
                  <c:v>83</c:v>
                </c:pt>
                <c:pt idx="262">
                  <c:v>86</c:v>
                </c:pt>
                <c:pt idx="263">
                  <c:v>79</c:v>
                </c:pt>
                <c:pt idx="264">
                  <c:v>78</c:v>
                </c:pt>
                <c:pt idx="265">
                  <c:v>88</c:v>
                </c:pt>
                <c:pt idx="266">
                  <c:v>80</c:v>
                </c:pt>
                <c:pt idx="267">
                  <c:v>45</c:v>
                </c:pt>
                <c:pt idx="268">
                  <c:v>47</c:v>
                </c:pt>
                <c:pt idx="269">
                  <c:v>89</c:v>
                </c:pt>
                <c:pt idx="270">
                  <c:v>53</c:v>
                </c:pt>
                <c:pt idx="271">
                  <c:v>86.5</c:v>
                </c:pt>
                <c:pt idx="272">
                  <c:v>77</c:v>
                </c:pt>
                <c:pt idx="273">
                  <c:v>88</c:v>
                </c:pt>
                <c:pt idx="274">
                  <c:v>92</c:v>
                </c:pt>
                <c:pt idx="275">
                  <c:v>82</c:v>
                </c:pt>
                <c:pt idx="276">
                  <c:v>78</c:v>
                </c:pt>
                <c:pt idx="277">
                  <c:v>47</c:v>
                </c:pt>
                <c:pt idx="278">
                  <c:v>41</c:v>
                </c:pt>
                <c:pt idx="279">
                  <c:v>58</c:v>
                </c:pt>
                <c:pt idx="280">
                  <c:v>55</c:v>
                </c:pt>
                <c:pt idx="281">
                  <c:v>82</c:v>
                </c:pt>
                <c:pt idx="282">
                  <c:v>93</c:v>
                </c:pt>
                <c:pt idx="283">
                  <c:v>75</c:v>
                </c:pt>
                <c:pt idx="284">
                  <c:v>55</c:v>
                </c:pt>
                <c:pt idx="285">
                  <c:v>67</c:v>
                </c:pt>
                <c:pt idx="286">
                  <c:v>49</c:v>
                </c:pt>
                <c:pt idx="287">
                  <c:v>84</c:v>
                </c:pt>
                <c:pt idx="288">
                  <c:v>46</c:v>
                </c:pt>
                <c:pt idx="289">
                  <c:v>47</c:v>
                </c:pt>
                <c:pt idx="290">
                  <c:v>78</c:v>
                </c:pt>
                <c:pt idx="291">
                  <c:v>46</c:v>
                </c:pt>
                <c:pt idx="292">
                  <c:v>79</c:v>
                </c:pt>
                <c:pt idx="293">
                  <c:v>87</c:v>
                </c:pt>
                <c:pt idx="294">
                  <c:v>75</c:v>
                </c:pt>
                <c:pt idx="295">
                  <c:v>72</c:v>
                </c:pt>
                <c:pt idx="296">
                  <c:v>75</c:v>
                </c:pt>
                <c:pt idx="297">
                  <c:v>84</c:v>
                </c:pt>
                <c:pt idx="298">
                  <c:v>82</c:v>
                </c:pt>
                <c:pt idx="299">
                  <c:v>88.7</c:v>
                </c:pt>
                <c:pt idx="300">
                  <c:v>93</c:v>
                </c:pt>
                <c:pt idx="301">
                  <c:v>88</c:v>
                </c:pt>
                <c:pt idx="302">
                  <c:v>81</c:v>
                </c:pt>
                <c:pt idx="303">
                  <c:v>92</c:v>
                </c:pt>
                <c:pt idx="304">
                  <c:v>52</c:v>
                </c:pt>
                <c:pt idx="305">
                  <c:v>52</c:v>
                </c:pt>
                <c:pt idx="306">
                  <c:v>61</c:v>
                </c:pt>
                <c:pt idx="307">
                  <c:v>44</c:v>
                </c:pt>
                <c:pt idx="308">
                  <c:v>79.5</c:v>
                </c:pt>
                <c:pt idx="309">
                  <c:v>91</c:v>
                </c:pt>
                <c:pt idx="310">
                  <c:v>79</c:v>
                </c:pt>
                <c:pt idx="311">
                  <c:v>29</c:v>
                </c:pt>
                <c:pt idx="312">
                  <c:v>80</c:v>
                </c:pt>
                <c:pt idx="313">
                  <c:v>30</c:v>
                </c:pt>
                <c:pt idx="314">
                  <c:v>93</c:v>
                </c:pt>
                <c:pt idx="315">
                  <c:v>85</c:v>
                </c:pt>
                <c:pt idx="316">
                  <c:v>36</c:v>
                </c:pt>
                <c:pt idx="317">
                  <c:v>92</c:v>
                </c:pt>
                <c:pt idx="318">
                  <c:v>44</c:v>
                </c:pt>
                <c:pt idx="319">
                  <c:v>85</c:v>
                </c:pt>
                <c:pt idx="320">
                  <c:v>49</c:v>
                </c:pt>
                <c:pt idx="321">
                  <c:v>40</c:v>
                </c:pt>
                <c:pt idx="322">
                  <c:v>86</c:v>
                </c:pt>
                <c:pt idx="323">
                  <c:v>83</c:v>
                </c:pt>
                <c:pt idx="324">
                  <c:v>50</c:v>
                </c:pt>
                <c:pt idx="325">
                  <c:v>68</c:v>
                </c:pt>
                <c:pt idx="326">
                  <c:v>57</c:v>
                </c:pt>
                <c:pt idx="327">
                  <c:v>70</c:v>
                </c:pt>
                <c:pt idx="328">
                  <c:v>60</c:v>
                </c:pt>
                <c:pt idx="329">
                  <c:v>57</c:v>
                </c:pt>
                <c:pt idx="330">
                  <c:v>89</c:v>
                </c:pt>
                <c:pt idx="331">
                  <c:v>83</c:v>
                </c:pt>
                <c:pt idx="332">
                  <c:v>91</c:v>
                </c:pt>
                <c:pt idx="333">
                  <c:v>73</c:v>
                </c:pt>
                <c:pt idx="334">
                  <c:v>31</c:v>
                </c:pt>
                <c:pt idx="335">
                  <c:v>94</c:v>
                </c:pt>
                <c:pt idx="336">
                  <c:v>33.299999999999997</c:v>
                </c:pt>
                <c:pt idx="337">
                  <c:v>81</c:v>
                </c:pt>
                <c:pt idx="338">
                  <c:v>76</c:v>
                </c:pt>
                <c:pt idx="339">
                  <c:v>79</c:v>
                </c:pt>
                <c:pt idx="340">
                  <c:v>34</c:v>
                </c:pt>
                <c:pt idx="341">
                  <c:v>26</c:v>
                </c:pt>
                <c:pt idx="342">
                  <c:v>43</c:v>
                </c:pt>
                <c:pt idx="343">
                  <c:v>76</c:v>
                </c:pt>
                <c:pt idx="344">
                  <c:v>48</c:v>
                </c:pt>
                <c:pt idx="345">
                  <c:v>84</c:v>
                </c:pt>
                <c:pt idx="346">
                  <c:v>92</c:v>
                </c:pt>
                <c:pt idx="347">
                  <c:v>87</c:v>
                </c:pt>
                <c:pt idx="348">
                  <c:v>87</c:v>
                </c:pt>
                <c:pt idx="349">
                  <c:v>88</c:v>
                </c:pt>
                <c:pt idx="350">
                  <c:v>70</c:v>
                </c:pt>
                <c:pt idx="351">
                  <c:v>74</c:v>
                </c:pt>
                <c:pt idx="352">
                  <c:v>50</c:v>
                </c:pt>
                <c:pt idx="353">
                  <c:v>78</c:v>
                </c:pt>
                <c:pt idx="354">
                  <c:v>41</c:v>
                </c:pt>
                <c:pt idx="355">
                  <c:v>84</c:v>
                </c:pt>
                <c:pt idx="356">
                  <c:v>91</c:v>
                </c:pt>
                <c:pt idx="357">
                  <c:v>88</c:v>
                </c:pt>
                <c:pt idx="358">
                  <c:v>61</c:v>
                </c:pt>
                <c:pt idx="359">
                  <c:v>45</c:v>
                </c:pt>
                <c:pt idx="360">
                  <c:v>91</c:v>
                </c:pt>
                <c:pt idx="361">
                  <c:v>70</c:v>
                </c:pt>
                <c:pt idx="362">
                  <c:v>36</c:v>
                </c:pt>
                <c:pt idx="363">
                  <c:v>76</c:v>
                </c:pt>
                <c:pt idx="364">
                  <c:v>40</c:v>
                </c:pt>
                <c:pt idx="365">
                  <c:v>68.8</c:v>
                </c:pt>
                <c:pt idx="366">
                  <c:v>64</c:v>
                </c:pt>
                <c:pt idx="367">
                  <c:v>82</c:v>
                </c:pt>
                <c:pt idx="368">
                  <c:v>39.1</c:v>
                </c:pt>
                <c:pt idx="369">
                  <c:v>57</c:v>
                </c:pt>
                <c:pt idx="370">
                  <c:v>44</c:v>
                </c:pt>
                <c:pt idx="371">
                  <c:v>90</c:v>
                </c:pt>
                <c:pt idx="372">
                  <c:v>81</c:v>
                </c:pt>
                <c:pt idx="373">
                  <c:v>84</c:v>
                </c:pt>
                <c:pt idx="374">
                  <c:v>44</c:v>
                </c:pt>
                <c:pt idx="375">
                  <c:v>52</c:v>
                </c:pt>
                <c:pt idx="376">
                  <c:v>48</c:v>
                </c:pt>
                <c:pt idx="377">
                  <c:v>31</c:v>
                </c:pt>
                <c:pt idx="378">
                  <c:v>96.1</c:v>
                </c:pt>
                <c:pt idx="379">
                  <c:v>69</c:v>
                </c:pt>
                <c:pt idx="380">
                  <c:v>76.2</c:v>
                </c:pt>
                <c:pt idx="381">
                  <c:v>89.7</c:v>
                </c:pt>
                <c:pt idx="382">
                  <c:v>90</c:v>
                </c:pt>
                <c:pt idx="383">
                  <c:v>83</c:v>
                </c:pt>
                <c:pt idx="384">
                  <c:v>76</c:v>
                </c:pt>
                <c:pt idx="385">
                  <c:v>53</c:v>
                </c:pt>
                <c:pt idx="386">
                  <c:v>81</c:v>
                </c:pt>
                <c:pt idx="387">
                  <c:v>55</c:v>
                </c:pt>
                <c:pt idx="388">
                  <c:v>76</c:v>
                </c:pt>
                <c:pt idx="389">
                  <c:v>77</c:v>
                </c:pt>
                <c:pt idx="390">
                  <c:v>54</c:v>
                </c:pt>
                <c:pt idx="391">
                  <c:v>81</c:v>
                </c:pt>
                <c:pt idx="392">
                  <c:v>87</c:v>
                </c:pt>
                <c:pt idx="393">
                  <c:v>64</c:v>
                </c:pt>
                <c:pt idx="394">
                  <c:v>88</c:v>
                </c:pt>
                <c:pt idx="395">
                  <c:v>76</c:v>
                </c:pt>
                <c:pt idx="396">
                  <c:v>51</c:v>
                </c:pt>
                <c:pt idx="397">
                  <c:v>75</c:v>
                </c:pt>
                <c:pt idx="398">
                  <c:v>89</c:v>
                </c:pt>
                <c:pt idx="399">
                  <c:v>81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8D0-1F45-BC2D-A6046FEDD438}"/>
            </c:ext>
          </c:extLst>
        </c:ser>
        <c:ser>
          <c:idx val="1"/>
          <c:order val="1"/>
          <c:tx>
            <c:strRef>
              <c:f>Sheet1!$B$403</c:f>
              <c:strCache>
                <c:ptCount val="1"/>
                <c:pt idx="0">
                  <c:v>נרשם בס״מ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C2510F"/>
              </a:solidFill>
              <a:ln>
                <a:noFill/>
              </a:ln>
            </c:spPr>
          </c:marker>
          <c:xVal>
            <c:numRef>
              <c:f>Sheet1!$A$404:$A$1219</c:f>
              <c:numCache>
                <c:formatCode>General</c:formatCode>
                <c:ptCount val="816"/>
                <c:pt idx="0">
                  <c:v>37.57</c:v>
                </c:pt>
                <c:pt idx="1">
                  <c:v>27.29</c:v>
                </c:pt>
                <c:pt idx="2">
                  <c:v>25.71</c:v>
                </c:pt>
                <c:pt idx="3">
                  <c:v>33.14</c:v>
                </c:pt>
                <c:pt idx="4">
                  <c:v>38</c:v>
                </c:pt>
                <c:pt idx="5">
                  <c:v>19.57</c:v>
                </c:pt>
                <c:pt idx="6">
                  <c:v>33.43</c:v>
                </c:pt>
                <c:pt idx="7">
                  <c:v>15</c:v>
                </c:pt>
                <c:pt idx="8">
                  <c:v>17</c:v>
                </c:pt>
                <c:pt idx="9">
                  <c:v>39</c:v>
                </c:pt>
                <c:pt idx="10">
                  <c:v>31.71</c:v>
                </c:pt>
                <c:pt idx="11">
                  <c:v>38.43</c:v>
                </c:pt>
                <c:pt idx="12">
                  <c:v>30.57</c:v>
                </c:pt>
                <c:pt idx="13">
                  <c:v>37.29</c:v>
                </c:pt>
                <c:pt idx="14">
                  <c:v>39.57</c:v>
                </c:pt>
                <c:pt idx="15">
                  <c:v>34.14</c:v>
                </c:pt>
                <c:pt idx="16">
                  <c:v>15.14</c:v>
                </c:pt>
                <c:pt idx="17">
                  <c:v>34</c:v>
                </c:pt>
                <c:pt idx="18">
                  <c:v>36</c:v>
                </c:pt>
                <c:pt idx="19">
                  <c:v>15.43</c:v>
                </c:pt>
                <c:pt idx="20">
                  <c:v>33.57</c:v>
                </c:pt>
                <c:pt idx="21">
                  <c:v>32.71</c:v>
                </c:pt>
                <c:pt idx="22">
                  <c:v>34.71</c:v>
                </c:pt>
                <c:pt idx="23">
                  <c:v>30.86</c:v>
                </c:pt>
                <c:pt idx="24">
                  <c:v>34.29</c:v>
                </c:pt>
                <c:pt idx="25">
                  <c:v>15.43</c:v>
                </c:pt>
                <c:pt idx="26">
                  <c:v>30.14</c:v>
                </c:pt>
                <c:pt idx="27">
                  <c:v>30.14</c:v>
                </c:pt>
                <c:pt idx="28">
                  <c:v>35.29</c:v>
                </c:pt>
                <c:pt idx="29">
                  <c:v>31.14</c:v>
                </c:pt>
                <c:pt idx="30">
                  <c:v>31</c:v>
                </c:pt>
                <c:pt idx="31">
                  <c:v>33.57</c:v>
                </c:pt>
                <c:pt idx="32">
                  <c:v>31</c:v>
                </c:pt>
                <c:pt idx="33">
                  <c:v>14.29</c:v>
                </c:pt>
                <c:pt idx="34">
                  <c:v>14</c:v>
                </c:pt>
                <c:pt idx="35">
                  <c:v>18.43</c:v>
                </c:pt>
                <c:pt idx="36">
                  <c:v>32.14</c:v>
                </c:pt>
                <c:pt idx="37">
                  <c:v>37.71</c:v>
                </c:pt>
                <c:pt idx="38">
                  <c:v>36.43</c:v>
                </c:pt>
                <c:pt idx="39">
                  <c:v>33.71</c:v>
                </c:pt>
                <c:pt idx="40">
                  <c:v>31.71</c:v>
                </c:pt>
                <c:pt idx="41">
                  <c:v>17.71</c:v>
                </c:pt>
                <c:pt idx="42">
                  <c:v>34.86</c:v>
                </c:pt>
                <c:pt idx="43">
                  <c:v>18.86</c:v>
                </c:pt>
                <c:pt idx="44">
                  <c:v>27</c:v>
                </c:pt>
                <c:pt idx="45">
                  <c:v>36</c:v>
                </c:pt>
                <c:pt idx="46">
                  <c:v>37.57</c:v>
                </c:pt>
                <c:pt idx="47">
                  <c:v>32.14</c:v>
                </c:pt>
                <c:pt idx="48">
                  <c:v>39.43</c:v>
                </c:pt>
                <c:pt idx="49">
                  <c:v>27.43</c:v>
                </c:pt>
                <c:pt idx="50">
                  <c:v>35.86</c:v>
                </c:pt>
                <c:pt idx="51">
                  <c:v>34.71</c:v>
                </c:pt>
                <c:pt idx="52">
                  <c:v>20</c:v>
                </c:pt>
                <c:pt idx="53">
                  <c:v>19.71</c:v>
                </c:pt>
                <c:pt idx="54">
                  <c:v>31.29</c:v>
                </c:pt>
                <c:pt idx="55">
                  <c:v>34.57</c:v>
                </c:pt>
                <c:pt idx="56">
                  <c:v>37.86</c:v>
                </c:pt>
                <c:pt idx="57">
                  <c:v>38.14</c:v>
                </c:pt>
                <c:pt idx="58">
                  <c:v>32.29</c:v>
                </c:pt>
                <c:pt idx="59">
                  <c:v>30.57</c:v>
                </c:pt>
                <c:pt idx="60">
                  <c:v>18.29</c:v>
                </c:pt>
                <c:pt idx="61">
                  <c:v>32.29</c:v>
                </c:pt>
                <c:pt idx="62">
                  <c:v>36.86</c:v>
                </c:pt>
                <c:pt idx="63">
                  <c:v>33.43</c:v>
                </c:pt>
                <c:pt idx="64">
                  <c:v>31</c:v>
                </c:pt>
                <c:pt idx="65">
                  <c:v>17.71</c:v>
                </c:pt>
                <c:pt idx="66">
                  <c:v>31.57</c:v>
                </c:pt>
                <c:pt idx="67">
                  <c:v>28.14</c:v>
                </c:pt>
                <c:pt idx="68">
                  <c:v>30.43</c:v>
                </c:pt>
                <c:pt idx="69">
                  <c:v>35.86</c:v>
                </c:pt>
                <c:pt idx="70">
                  <c:v>31</c:v>
                </c:pt>
                <c:pt idx="71">
                  <c:v>33.43</c:v>
                </c:pt>
                <c:pt idx="72">
                  <c:v>18</c:v>
                </c:pt>
                <c:pt idx="73">
                  <c:v>29.14</c:v>
                </c:pt>
                <c:pt idx="74">
                  <c:v>37.43</c:v>
                </c:pt>
                <c:pt idx="75">
                  <c:v>29.71</c:v>
                </c:pt>
                <c:pt idx="76">
                  <c:v>28.57</c:v>
                </c:pt>
                <c:pt idx="77">
                  <c:v>32.71</c:v>
                </c:pt>
                <c:pt idx="78">
                  <c:v>31.71</c:v>
                </c:pt>
                <c:pt idx="79">
                  <c:v>38.14</c:v>
                </c:pt>
                <c:pt idx="80">
                  <c:v>40</c:v>
                </c:pt>
                <c:pt idx="81">
                  <c:v>18.71</c:v>
                </c:pt>
                <c:pt idx="82">
                  <c:v>14.43</c:v>
                </c:pt>
                <c:pt idx="83">
                  <c:v>32.43</c:v>
                </c:pt>
                <c:pt idx="84">
                  <c:v>32.57</c:v>
                </c:pt>
                <c:pt idx="85">
                  <c:v>16.43</c:v>
                </c:pt>
                <c:pt idx="86">
                  <c:v>37.43</c:v>
                </c:pt>
                <c:pt idx="87">
                  <c:v>33</c:v>
                </c:pt>
                <c:pt idx="88">
                  <c:v>32.14</c:v>
                </c:pt>
                <c:pt idx="89">
                  <c:v>32.29</c:v>
                </c:pt>
                <c:pt idx="90">
                  <c:v>34.86</c:v>
                </c:pt>
                <c:pt idx="91">
                  <c:v>29.71</c:v>
                </c:pt>
                <c:pt idx="92">
                  <c:v>35</c:v>
                </c:pt>
                <c:pt idx="93">
                  <c:v>27.14</c:v>
                </c:pt>
                <c:pt idx="94">
                  <c:v>31.14</c:v>
                </c:pt>
                <c:pt idx="95">
                  <c:v>39.43</c:v>
                </c:pt>
                <c:pt idx="96">
                  <c:v>29.57</c:v>
                </c:pt>
                <c:pt idx="97">
                  <c:v>21.86</c:v>
                </c:pt>
                <c:pt idx="98">
                  <c:v>31.29</c:v>
                </c:pt>
                <c:pt idx="99">
                  <c:v>32.29</c:v>
                </c:pt>
                <c:pt idx="100">
                  <c:v>31.71</c:v>
                </c:pt>
                <c:pt idx="101">
                  <c:v>15.71</c:v>
                </c:pt>
                <c:pt idx="102">
                  <c:v>36.43</c:v>
                </c:pt>
                <c:pt idx="103">
                  <c:v>17.71</c:v>
                </c:pt>
                <c:pt idx="104">
                  <c:v>27</c:v>
                </c:pt>
                <c:pt idx="105">
                  <c:v>31.43</c:v>
                </c:pt>
                <c:pt idx="106">
                  <c:v>34</c:v>
                </c:pt>
                <c:pt idx="107">
                  <c:v>32</c:v>
                </c:pt>
                <c:pt idx="108">
                  <c:v>34</c:v>
                </c:pt>
                <c:pt idx="109">
                  <c:v>37.86</c:v>
                </c:pt>
                <c:pt idx="110">
                  <c:v>36</c:v>
                </c:pt>
                <c:pt idx="111">
                  <c:v>31.29</c:v>
                </c:pt>
                <c:pt idx="112">
                  <c:v>29</c:v>
                </c:pt>
                <c:pt idx="113">
                  <c:v>20.86</c:v>
                </c:pt>
                <c:pt idx="114">
                  <c:v>35.86</c:v>
                </c:pt>
                <c:pt idx="115">
                  <c:v>20.29</c:v>
                </c:pt>
                <c:pt idx="116">
                  <c:v>35.86</c:v>
                </c:pt>
                <c:pt idx="117">
                  <c:v>33.71</c:v>
                </c:pt>
                <c:pt idx="118">
                  <c:v>36.71</c:v>
                </c:pt>
                <c:pt idx="119">
                  <c:v>39.57</c:v>
                </c:pt>
                <c:pt idx="120">
                  <c:v>33.71</c:v>
                </c:pt>
                <c:pt idx="121">
                  <c:v>32.71</c:v>
                </c:pt>
                <c:pt idx="122">
                  <c:v>15.43</c:v>
                </c:pt>
                <c:pt idx="123">
                  <c:v>31.43</c:v>
                </c:pt>
                <c:pt idx="124">
                  <c:v>29.14</c:v>
                </c:pt>
                <c:pt idx="125">
                  <c:v>33</c:v>
                </c:pt>
                <c:pt idx="126">
                  <c:v>31.57</c:v>
                </c:pt>
                <c:pt idx="127">
                  <c:v>36.57</c:v>
                </c:pt>
                <c:pt idx="128">
                  <c:v>39.57</c:v>
                </c:pt>
                <c:pt idx="129">
                  <c:v>17.14</c:v>
                </c:pt>
                <c:pt idx="130">
                  <c:v>34</c:v>
                </c:pt>
                <c:pt idx="131">
                  <c:v>28.57</c:v>
                </c:pt>
                <c:pt idx="132">
                  <c:v>36</c:v>
                </c:pt>
                <c:pt idx="133">
                  <c:v>26.86</c:v>
                </c:pt>
                <c:pt idx="134">
                  <c:v>31.43</c:v>
                </c:pt>
                <c:pt idx="135">
                  <c:v>40</c:v>
                </c:pt>
                <c:pt idx="136">
                  <c:v>21.29</c:v>
                </c:pt>
                <c:pt idx="137">
                  <c:v>14.57</c:v>
                </c:pt>
                <c:pt idx="138">
                  <c:v>17.29</c:v>
                </c:pt>
                <c:pt idx="139">
                  <c:v>32.14</c:v>
                </c:pt>
                <c:pt idx="140">
                  <c:v>33.86</c:v>
                </c:pt>
                <c:pt idx="141">
                  <c:v>34.14</c:v>
                </c:pt>
                <c:pt idx="142">
                  <c:v>38.57</c:v>
                </c:pt>
                <c:pt idx="143">
                  <c:v>35.14</c:v>
                </c:pt>
                <c:pt idx="144">
                  <c:v>34.71</c:v>
                </c:pt>
                <c:pt idx="145">
                  <c:v>15.57</c:v>
                </c:pt>
                <c:pt idx="146">
                  <c:v>35.86</c:v>
                </c:pt>
                <c:pt idx="147">
                  <c:v>31.57</c:v>
                </c:pt>
                <c:pt idx="148">
                  <c:v>27.14</c:v>
                </c:pt>
                <c:pt idx="149">
                  <c:v>35.43</c:v>
                </c:pt>
                <c:pt idx="150">
                  <c:v>20.57</c:v>
                </c:pt>
                <c:pt idx="151">
                  <c:v>19.14</c:v>
                </c:pt>
                <c:pt idx="152">
                  <c:v>31.86</c:v>
                </c:pt>
                <c:pt idx="153">
                  <c:v>37</c:v>
                </c:pt>
                <c:pt idx="154">
                  <c:v>30.71</c:v>
                </c:pt>
                <c:pt idx="155">
                  <c:v>27</c:v>
                </c:pt>
                <c:pt idx="156">
                  <c:v>33.43</c:v>
                </c:pt>
                <c:pt idx="157">
                  <c:v>35.57</c:v>
                </c:pt>
                <c:pt idx="158">
                  <c:v>33.71</c:v>
                </c:pt>
                <c:pt idx="159">
                  <c:v>35.71</c:v>
                </c:pt>
                <c:pt idx="160">
                  <c:v>29.57</c:v>
                </c:pt>
                <c:pt idx="161">
                  <c:v>36.43</c:v>
                </c:pt>
                <c:pt idx="162">
                  <c:v>27.29</c:v>
                </c:pt>
                <c:pt idx="163">
                  <c:v>17.71</c:v>
                </c:pt>
                <c:pt idx="164">
                  <c:v>36.71</c:v>
                </c:pt>
                <c:pt idx="165">
                  <c:v>18</c:v>
                </c:pt>
                <c:pt idx="166">
                  <c:v>29.57</c:v>
                </c:pt>
                <c:pt idx="167">
                  <c:v>29.14</c:v>
                </c:pt>
                <c:pt idx="168">
                  <c:v>31.14</c:v>
                </c:pt>
                <c:pt idx="169">
                  <c:v>19.71</c:v>
                </c:pt>
                <c:pt idx="170">
                  <c:v>19.14</c:v>
                </c:pt>
                <c:pt idx="171">
                  <c:v>22.14</c:v>
                </c:pt>
                <c:pt idx="172">
                  <c:v>37.71</c:v>
                </c:pt>
                <c:pt idx="173">
                  <c:v>30.57</c:v>
                </c:pt>
                <c:pt idx="174">
                  <c:v>32</c:v>
                </c:pt>
                <c:pt idx="175">
                  <c:v>37.43</c:v>
                </c:pt>
                <c:pt idx="176">
                  <c:v>31.43</c:v>
                </c:pt>
                <c:pt idx="177">
                  <c:v>40</c:v>
                </c:pt>
                <c:pt idx="178">
                  <c:v>33.71</c:v>
                </c:pt>
                <c:pt idx="179">
                  <c:v>29.14</c:v>
                </c:pt>
                <c:pt idx="180">
                  <c:v>32.43</c:v>
                </c:pt>
                <c:pt idx="181">
                  <c:v>38.29</c:v>
                </c:pt>
                <c:pt idx="182">
                  <c:v>23.29</c:v>
                </c:pt>
                <c:pt idx="183">
                  <c:v>33.43</c:v>
                </c:pt>
                <c:pt idx="184">
                  <c:v>30.14</c:v>
                </c:pt>
                <c:pt idx="185">
                  <c:v>15.71</c:v>
                </c:pt>
                <c:pt idx="186">
                  <c:v>37.14</c:v>
                </c:pt>
                <c:pt idx="187">
                  <c:v>14.43</c:v>
                </c:pt>
                <c:pt idx="188">
                  <c:v>31</c:v>
                </c:pt>
                <c:pt idx="189">
                  <c:v>28.43</c:v>
                </c:pt>
                <c:pt idx="190">
                  <c:v>37.29</c:v>
                </c:pt>
                <c:pt idx="191">
                  <c:v>31</c:v>
                </c:pt>
                <c:pt idx="192">
                  <c:v>33</c:v>
                </c:pt>
                <c:pt idx="193">
                  <c:v>21.43</c:v>
                </c:pt>
                <c:pt idx="194">
                  <c:v>16.57</c:v>
                </c:pt>
                <c:pt idx="195">
                  <c:v>36.43</c:v>
                </c:pt>
                <c:pt idx="196">
                  <c:v>16.86</c:v>
                </c:pt>
                <c:pt idx="197">
                  <c:v>35</c:v>
                </c:pt>
                <c:pt idx="198">
                  <c:v>36.71</c:v>
                </c:pt>
                <c:pt idx="199">
                  <c:v>17</c:v>
                </c:pt>
                <c:pt idx="200">
                  <c:v>35.43</c:v>
                </c:pt>
                <c:pt idx="201">
                  <c:v>30.14</c:v>
                </c:pt>
                <c:pt idx="202">
                  <c:v>28.57</c:v>
                </c:pt>
                <c:pt idx="203">
                  <c:v>27.29</c:v>
                </c:pt>
                <c:pt idx="204">
                  <c:v>33.14</c:v>
                </c:pt>
                <c:pt idx="205">
                  <c:v>37.43</c:v>
                </c:pt>
                <c:pt idx="206">
                  <c:v>25.29</c:v>
                </c:pt>
                <c:pt idx="207">
                  <c:v>36.29</c:v>
                </c:pt>
                <c:pt idx="208">
                  <c:v>25.43</c:v>
                </c:pt>
                <c:pt idx="209">
                  <c:v>32.86</c:v>
                </c:pt>
                <c:pt idx="210">
                  <c:v>26</c:v>
                </c:pt>
                <c:pt idx="211">
                  <c:v>36</c:v>
                </c:pt>
                <c:pt idx="212">
                  <c:v>31.57</c:v>
                </c:pt>
                <c:pt idx="213">
                  <c:v>38.29</c:v>
                </c:pt>
                <c:pt idx="214">
                  <c:v>32.71</c:v>
                </c:pt>
                <c:pt idx="215">
                  <c:v>31.57</c:v>
                </c:pt>
                <c:pt idx="216">
                  <c:v>14.43</c:v>
                </c:pt>
                <c:pt idx="217">
                  <c:v>26.86</c:v>
                </c:pt>
                <c:pt idx="218">
                  <c:v>31.57</c:v>
                </c:pt>
                <c:pt idx="219">
                  <c:v>26.86</c:v>
                </c:pt>
                <c:pt idx="220">
                  <c:v>25.86</c:v>
                </c:pt>
                <c:pt idx="221">
                  <c:v>33.43</c:v>
                </c:pt>
                <c:pt idx="222">
                  <c:v>35.43</c:v>
                </c:pt>
                <c:pt idx="223">
                  <c:v>22.14</c:v>
                </c:pt>
                <c:pt idx="224">
                  <c:v>30.86</c:v>
                </c:pt>
                <c:pt idx="225">
                  <c:v>32</c:v>
                </c:pt>
                <c:pt idx="226">
                  <c:v>31.86</c:v>
                </c:pt>
                <c:pt idx="227">
                  <c:v>31</c:v>
                </c:pt>
                <c:pt idx="228">
                  <c:v>34.71</c:v>
                </c:pt>
                <c:pt idx="229">
                  <c:v>38.71</c:v>
                </c:pt>
                <c:pt idx="230">
                  <c:v>32.86</c:v>
                </c:pt>
                <c:pt idx="231">
                  <c:v>32.43</c:v>
                </c:pt>
                <c:pt idx="232">
                  <c:v>30.29</c:v>
                </c:pt>
                <c:pt idx="233">
                  <c:v>28.14</c:v>
                </c:pt>
                <c:pt idx="234">
                  <c:v>35.14</c:v>
                </c:pt>
                <c:pt idx="235">
                  <c:v>15</c:v>
                </c:pt>
                <c:pt idx="236">
                  <c:v>17.29</c:v>
                </c:pt>
                <c:pt idx="237">
                  <c:v>30.86</c:v>
                </c:pt>
                <c:pt idx="238">
                  <c:v>29.86</c:v>
                </c:pt>
                <c:pt idx="239">
                  <c:v>33.43</c:v>
                </c:pt>
                <c:pt idx="240">
                  <c:v>40</c:v>
                </c:pt>
                <c:pt idx="241">
                  <c:v>35.57</c:v>
                </c:pt>
                <c:pt idx="242">
                  <c:v>35.71</c:v>
                </c:pt>
                <c:pt idx="243">
                  <c:v>32.29</c:v>
                </c:pt>
                <c:pt idx="244">
                  <c:v>37.57</c:v>
                </c:pt>
                <c:pt idx="245">
                  <c:v>16.14</c:v>
                </c:pt>
                <c:pt idx="246">
                  <c:v>34.14</c:v>
                </c:pt>
                <c:pt idx="247">
                  <c:v>29.86</c:v>
                </c:pt>
                <c:pt idx="248">
                  <c:v>36.57</c:v>
                </c:pt>
                <c:pt idx="249">
                  <c:v>30.14</c:v>
                </c:pt>
                <c:pt idx="250">
                  <c:v>29.71</c:v>
                </c:pt>
                <c:pt idx="251">
                  <c:v>20.43</c:v>
                </c:pt>
                <c:pt idx="252">
                  <c:v>26.43</c:v>
                </c:pt>
                <c:pt idx="253">
                  <c:v>34</c:v>
                </c:pt>
                <c:pt idx="254">
                  <c:v>38.86</c:v>
                </c:pt>
                <c:pt idx="255">
                  <c:v>38.86</c:v>
                </c:pt>
                <c:pt idx="256">
                  <c:v>34.57</c:v>
                </c:pt>
                <c:pt idx="257">
                  <c:v>34.57</c:v>
                </c:pt>
                <c:pt idx="258">
                  <c:v>14.14</c:v>
                </c:pt>
                <c:pt idx="259">
                  <c:v>31.86</c:v>
                </c:pt>
                <c:pt idx="260">
                  <c:v>36.43</c:v>
                </c:pt>
                <c:pt idx="261">
                  <c:v>39.71</c:v>
                </c:pt>
                <c:pt idx="262">
                  <c:v>33.57</c:v>
                </c:pt>
                <c:pt idx="263">
                  <c:v>20.71</c:v>
                </c:pt>
                <c:pt idx="264">
                  <c:v>36.14</c:v>
                </c:pt>
                <c:pt idx="265">
                  <c:v>28</c:v>
                </c:pt>
                <c:pt idx="266">
                  <c:v>29.14</c:v>
                </c:pt>
                <c:pt idx="267">
                  <c:v>34.43</c:v>
                </c:pt>
                <c:pt idx="268">
                  <c:v>35.71</c:v>
                </c:pt>
                <c:pt idx="269">
                  <c:v>33.57</c:v>
                </c:pt>
                <c:pt idx="270">
                  <c:v>31.86</c:v>
                </c:pt>
                <c:pt idx="271">
                  <c:v>33.71</c:v>
                </c:pt>
                <c:pt idx="272">
                  <c:v>31</c:v>
                </c:pt>
                <c:pt idx="273">
                  <c:v>30.43</c:v>
                </c:pt>
                <c:pt idx="274">
                  <c:v>20.43</c:v>
                </c:pt>
                <c:pt idx="275">
                  <c:v>37.14</c:v>
                </c:pt>
                <c:pt idx="276">
                  <c:v>33.71</c:v>
                </c:pt>
                <c:pt idx="277">
                  <c:v>28.43</c:v>
                </c:pt>
                <c:pt idx="278">
                  <c:v>31.71</c:v>
                </c:pt>
                <c:pt idx="279">
                  <c:v>28.57</c:v>
                </c:pt>
                <c:pt idx="280">
                  <c:v>16.71</c:v>
                </c:pt>
                <c:pt idx="281">
                  <c:v>29</c:v>
                </c:pt>
                <c:pt idx="282">
                  <c:v>19.71</c:v>
                </c:pt>
                <c:pt idx="283">
                  <c:v>32.71</c:v>
                </c:pt>
                <c:pt idx="284">
                  <c:v>16.86</c:v>
                </c:pt>
                <c:pt idx="285">
                  <c:v>34.14</c:v>
                </c:pt>
                <c:pt idx="286">
                  <c:v>21.29</c:v>
                </c:pt>
                <c:pt idx="287">
                  <c:v>33</c:v>
                </c:pt>
                <c:pt idx="288">
                  <c:v>32.57</c:v>
                </c:pt>
                <c:pt idx="289">
                  <c:v>31</c:v>
                </c:pt>
                <c:pt idx="290">
                  <c:v>15.71</c:v>
                </c:pt>
                <c:pt idx="291">
                  <c:v>38.71</c:v>
                </c:pt>
                <c:pt idx="292">
                  <c:v>32</c:v>
                </c:pt>
                <c:pt idx="293">
                  <c:v>34</c:v>
                </c:pt>
                <c:pt idx="294">
                  <c:v>32.14</c:v>
                </c:pt>
                <c:pt idx="295">
                  <c:v>34.86</c:v>
                </c:pt>
                <c:pt idx="296">
                  <c:v>37</c:v>
                </c:pt>
                <c:pt idx="297">
                  <c:v>35.86</c:v>
                </c:pt>
                <c:pt idx="298">
                  <c:v>21.43</c:v>
                </c:pt>
                <c:pt idx="299">
                  <c:v>21.43</c:v>
                </c:pt>
                <c:pt idx="300">
                  <c:v>30.57</c:v>
                </c:pt>
                <c:pt idx="301">
                  <c:v>29.14</c:v>
                </c:pt>
                <c:pt idx="302">
                  <c:v>35.71</c:v>
                </c:pt>
                <c:pt idx="303">
                  <c:v>28.57</c:v>
                </c:pt>
                <c:pt idx="304">
                  <c:v>32.29</c:v>
                </c:pt>
                <c:pt idx="305">
                  <c:v>19.57</c:v>
                </c:pt>
                <c:pt idx="306">
                  <c:v>26.86</c:v>
                </c:pt>
                <c:pt idx="307">
                  <c:v>33.57</c:v>
                </c:pt>
                <c:pt idx="308">
                  <c:v>20</c:v>
                </c:pt>
                <c:pt idx="309">
                  <c:v>35.86</c:v>
                </c:pt>
                <c:pt idx="310">
                  <c:v>36.57</c:v>
                </c:pt>
                <c:pt idx="311">
                  <c:v>37.57</c:v>
                </c:pt>
                <c:pt idx="312">
                  <c:v>37.71</c:v>
                </c:pt>
                <c:pt idx="313">
                  <c:v>22.86</c:v>
                </c:pt>
                <c:pt idx="314">
                  <c:v>30.43</c:v>
                </c:pt>
                <c:pt idx="315">
                  <c:v>16</c:v>
                </c:pt>
                <c:pt idx="316">
                  <c:v>32.43</c:v>
                </c:pt>
                <c:pt idx="317">
                  <c:v>28</c:v>
                </c:pt>
                <c:pt idx="318">
                  <c:v>40</c:v>
                </c:pt>
                <c:pt idx="319">
                  <c:v>26.71</c:v>
                </c:pt>
                <c:pt idx="320">
                  <c:v>36.86</c:v>
                </c:pt>
                <c:pt idx="321">
                  <c:v>36.57</c:v>
                </c:pt>
                <c:pt idx="322">
                  <c:v>38.71</c:v>
                </c:pt>
                <c:pt idx="323">
                  <c:v>15</c:v>
                </c:pt>
                <c:pt idx="324">
                  <c:v>21</c:v>
                </c:pt>
                <c:pt idx="325">
                  <c:v>30.43</c:v>
                </c:pt>
                <c:pt idx="326">
                  <c:v>35.86</c:v>
                </c:pt>
                <c:pt idx="327">
                  <c:v>22.71</c:v>
                </c:pt>
                <c:pt idx="328">
                  <c:v>18</c:v>
                </c:pt>
                <c:pt idx="329">
                  <c:v>27.43</c:v>
                </c:pt>
                <c:pt idx="330">
                  <c:v>33.71</c:v>
                </c:pt>
                <c:pt idx="331">
                  <c:v>26.29</c:v>
                </c:pt>
                <c:pt idx="332">
                  <c:v>28.14</c:v>
                </c:pt>
                <c:pt idx="333">
                  <c:v>33.14</c:v>
                </c:pt>
                <c:pt idx="334">
                  <c:v>21.71</c:v>
                </c:pt>
                <c:pt idx="335">
                  <c:v>20.71</c:v>
                </c:pt>
                <c:pt idx="336">
                  <c:v>33.14</c:v>
                </c:pt>
                <c:pt idx="337">
                  <c:v>15.71</c:v>
                </c:pt>
                <c:pt idx="338">
                  <c:v>17.29</c:v>
                </c:pt>
                <c:pt idx="339">
                  <c:v>36</c:v>
                </c:pt>
                <c:pt idx="340">
                  <c:v>40</c:v>
                </c:pt>
                <c:pt idx="341">
                  <c:v>27.14</c:v>
                </c:pt>
                <c:pt idx="342">
                  <c:v>18.86</c:v>
                </c:pt>
                <c:pt idx="343">
                  <c:v>34</c:v>
                </c:pt>
                <c:pt idx="344">
                  <c:v>35.71</c:v>
                </c:pt>
                <c:pt idx="345">
                  <c:v>27.86</c:v>
                </c:pt>
                <c:pt idx="346">
                  <c:v>31.71</c:v>
                </c:pt>
                <c:pt idx="347">
                  <c:v>25.43</c:v>
                </c:pt>
                <c:pt idx="348">
                  <c:v>16.14</c:v>
                </c:pt>
                <c:pt idx="349">
                  <c:v>29.14</c:v>
                </c:pt>
                <c:pt idx="350">
                  <c:v>21.14</c:v>
                </c:pt>
                <c:pt idx="351">
                  <c:v>21.29</c:v>
                </c:pt>
                <c:pt idx="352">
                  <c:v>33.43</c:v>
                </c:pt>
                <c:pt idx="353">
                  <c:v>37.29</c:v>
                </c:pt>
                <c:pt idx="354">
                  <c:v>37.29</c:v>
                </c:pt>
                <c:pt idx="355">
                  <c:v>35.29</c:v>
                </c:pt>
                <c:pt idx="356">
                  <c:v>39.86</c:v>
                </c:pt>
                <c:pt idx="357">
                  <c:v>29</c:v>
                </c:pt>
                <c:pt idx="358">
                  <c:v>31.86</c:v>
                </c:pt>
                <c:pt idx="359">
                  <c:v>17.57</c:v>
                </c:pt>
                <c:pt idx="360">
                  <c:v>29</c:v>
                </c:pt>
                <c:pt idx="361">
                  <c:v>31</c:v>
                </c:pt>
                <c:pt idx="362">
                  <c:v>33</c:v>
                </c:pt>
                <c:pt idx="363">
                  <c:v>38.57</c:v>
                </c:pt>
                <c:pt idx="364">
                  <c:v>17.29</c:v>
                </c:pt>
                <c:pt idx="365">
                  <c:v>19.86</c:v>
                </c:pt>
                <c:pt idx="366">
                  <c:v>30</c:v>
                </c:pt>
                <c:pt idx="367">
                  <c:v>31.86</c:v>
                </c:pt>
                <c:pt idx="368">
                  <c:v>35.57</c:v>
                </c:pt>
                <c:pt idx="369">
                  <c:v>25.14</c:v>
                </c:pt>
                <c:pt idx="370">
                  <c:v>34.57</c:v>
                </c:pt>
                <c:pt idx="371">
                  <c:v>28.57</c:v>
                </c:pt>
                <c:pt idx="372">
                  <c:v>31.57</c:v>
                </c:pt>
                <c:pt idx="373">
                  <c:v>35.43</c:v>
                </c:pt>
                <c:pt idx="374">
                  <c:v>17.86</c:v>
                </c:pt>
                <c:pt idx="375">
                  <c:v>18.57</c:v>
                </c:pt>
                <c:pt idx="376">
                  <c:v>38.57</c:v>
                </c:pt>
                <c:pt idx="377">
                  <c:v>37.14</c:v>
                </c:pt>
                <c:pt idx="378">
                  <c:v>32.14</c:v>
                </c:pt>
                <c:pt idx="379">
                  <c:v>34.43</c:v>
                </c:pt>
                <c:pt idx="380">
                  <c:v>36.43</c:v>
                </c:pt>
                <c:pt idx="381">
                  <c:v>33</c:v>
                </c:pt>
                <c:pt idx="382">
                  <c:v>33.86</c:v>
                </c:pt>
                <c:pt idx="383">
                  <c:v>30.43</c:v>
                </c:pt>
                <c:pt idx="384">
                  <c:v>35</c:v>
                </c:pt>
                <c:pt idx="385">
                  <c:v>38</c:v>
                </c:pt>
                <c:pt idx="386">
                  <c:v>16</c:v>
                </c:pt>
                <c:pt idx="387">
                  <c:v>28</c:v>
                </c:pt>
                <c:pt idx="388">
                  <c:v>32.86</c:v>
                </c:pt>
                <c:pt idx="389">
                  <c:v>33.14</c:v>
                </c:pt>
                <c:pt idx="390">
                  <c:v>31.71</c:v>
                </c:pt>
                <c:pt idx="391">
                  <c:v>29.57</c:v>
                </c:pt>
                <c:pt idx="392">
                  <c:v>32.29</c:v>
                </c:pt>
                <c:pt idx="393">
                  <c:v>17.29</c:v>
                </c:pt>
                <c:pt idx="394">
                  <c:v>32.43</c:v>
                </c:pt>
                <c:pt idx="395">
                  <c:v>21.29</c:v>
                </c:pt>
                <c:pt idx="396">
                  <c:v>30.43</c:v>
                </c:pt>
                <c:pt idx="397">
                  <c:v>28.86</c:v>
                </c:pt>
                <c:pt idx="398">
                  <c:v>30.86</c:v>
                </c:pt>
                <c:pt idx="399">
                  <c:v>33.29</c:v>
                </c:pt>
                <c:pt idx="400">
                  <c:v>35.57</c:v>
                </c:pt>
                <c:pt idx="401">
                  <c:v>35.71</c:v>
                </c:pt>
                <c:pt idx="402">
                  <c:v>35.29</c:v>
                </c:pt>
                <c:pt idx="403">
                  <c:v>38.57</c:v>
                </c:pt>
                <c:pt idx="404">
                  <c:v>31.57</c:v>
                </c:pt>
                <c:pt idx="405">
                  <c:v>38.86</c:v>
                </c:pt>
                <c:pt idx="406">
                  <c:v>14.29</c:v>
                </c:pt>
                <c:pt idx="407">
                  <c:v>23.29</c:v>
                </c:pt>
                <c:pt idx="408">
                  <c:v>32.86</c:v>
                </c:pt>
                <c:pt idx="409">
                  <c:v>34</c:v>
                </c:pt>
                <c:pt idx="410">
                  <c:v>30.86</c:v>
                </c:pt>
                <c:pt idx="411">
                  <c:v>31.57</c:v>
                </c:pt>
                <c:pt idx="412">
                  <c:v>31.43</c:v>
                </c:pt>
                <c:pt idx="413">
                  <c:v>15.14</c:v>
                </c:pt>
                <c:pt idx="414">
                  <c:v>35.43</c:v>
                </c:pt>
                <c:pt idx="415">
                  <c:v>27.43</c:v>
                </c:pt>
                <c:pt idx="416">
                  <c:v>33.29</c:v>
                </c:pt>
                <c:pt idx="417">
                  <c:v>35.14</c:v>
                </c:pt>
                <c:pt idx="418">
                  <c:v>33.57</c:v>
                </c:pt>
                <c:pt idx="419">
                  <c:v>36</c:v>
                </c:pt>
                <c:pt idx="420">
                  <c:v>37</c:v>
                </c:pt>
                <c:pt idx="421">
                  <c:v>14.57</c:v>
                </c:pt>
                <c:pt idx="422">
                  <c:v>34.14</c:v>
                </c:pt>
                <c:pt idx="423">
                  <c:v>38.14</c:v>
                </c:pt>
                <c:pt idx="424">
                  <c:v>26.14</c:v>
                </c:pt>
                <c:pt idx="425">
                  <c:v>36.86</c:v>
                </c:pt>
                <c:pt idx="426">
                  <c:v>29.29</c:v>
                </c:pt>
                <c:pt idx="427">
                  <c:v>24.71</c:v>
                </c:pt>
                <c:pt idx="428">
                  <c:v>32.71</c:v>
                </c:pt>
                <c:pt idx="429">
                  <c:v>19.57</c:v>
                </c:pt>
                <c:pt idx="430">
                  <c:v>32.14</c:v>
                </c:pt>
                <c:pt idx="431">
                  <c:v>37.14</c:v>
                </c:pt>
                <c:pt idx="432">
                  <c:v>31.71</c:v>
                </c:pt>
                <c:pt idx="433">
                  <c:v>35.71</c:v>
                </c:pt>
                <c:pt idx="434">
                  <c:v>25.71</c:v>
                </c:pt>
                <c:pt idx="435">
                  <c:v>37.29</c:v>
                </c:pt>
                <c:pt idx="436">
                  <c:v>31</c:v>
                </c:pt>
                <c:pt idx="437">
                  <c:v>20.43</c:v>
                </c:pt>
                <c:pt idx="438">
                  <c:v>30.57</c:v>
                </c:pt>
                <c:pt idx="439">
                  <c:v>34.43</c:v>
                </c:pt>
                <c:pt idx="440">
                  <c:v>37.43</c:v>
                </c:pt>
                <c:pt idx="441">
                  <c:v>36.57</c:v>
                </c:pt>
                <c:pt idx="442">
                  <c:v>38.57</c:v>
                </c:pt>
                <c:pt idx="443">
                  <c:v>39.86</c:v>
                </c:pt>
                <c:pt idx="444">
                  <c:v>38.43</c:v>
                </c:pt>
                <c:pt idx="445">
                  <c:v>18.43</c:v>
                </c:pt>
                <c:pt idx="446">
                  <c:v>35.86</c:v>
                </c:pt>
                <c:pt idx="447">
                  <c:v>35.43</c:v>
                </c:pt>
                <c:pt idx="448">
                  <c:v>38</c:v>
                </c:pt>
                <c:pt idx="449">
                  <c:v>18.57</c:v>
                </c:pt>
                <c:pt idx="450">
                  <c:v>33.86</c:v>
                </c:pt>
                <c:pt idx="451">
                  <c:v>31.43</c:v>
                </c:pt>
                <c:pt idx="452">
                  <c:v>36.43</c:v>
                </c:pt>
                <c:pt idx="453">
                  <c:v>29</c:v>
                </c:pt>
                <c:pt idx="454">
                  <c:v>33.43</c:v>
                </c:pt>
                <c:pt idx="455">
                  <c:v>34.86</c:v>
                </c:pt>
                <c:pt idx="456">
                  <c:v>34.86</c:v>
                </c:pt>
                <c:pt idx="457">
                  <c:v>37.14</c:v>
                </c:pt>
                <c:pt idx="458">
                  <c:v>34.14</c:v>
                </c:pt>
                <c:pt idx="459">
                  <c:v>22</c:v>
                </c:pt>
                <c:pt idx="460">
                  <c:v>23.57</c:v>
                </c:pt>
                <c:pt idx="461">
                  <c:v>27.57</c:v>
                </c:pt>
                <c:pt idx="462">
                  <c:v>31.14</c:v>
                </c:pt>
                <c:pt idx="463">
                  <c:v>25</c:v>
                </c:pt>
                <c:pt idx="464">
                  <c:v>34.14</c:v>
                </c:pt>
                <c:pt idx="465">
                  <c:v>37</c:v>
                </c:pt>
                <c:pt idx="466">
                  <c:v>39.14</c:v>
                </c:pt>
                <c:pt idx="467">
                  <c:v>32.57</c:v>
                </c:pt>
                <c:pt idx="468">
                  <c:v>39.29</c:v>
                </c:pt>
                <c:pt idx="469">
                  <c:v>30.86</c:v>
                </c:pt>
                <c:pt idx="470">
                  <c:v>38</c:v>
                </c:pt>
                <c:pt idx="471">
                  <c:v>32</c:v>
                </c:pt>
                <c:pt idx="472">
                  <c:v>32.71</c:v>
                </c:pt>
                <c:pt idx="473">
                  <c:v>38.14</c:v>
                </c:pt>
                <c:pt idx="474">
                  <c:v>24.29</c:v>
                </c:pt>
                <c:pt idx="475">
                  <c:v>35.86</c:v>
                </c:pt>
                <c:pt idx="476">
                  <c:v>17.29</c:v>
                </c:pt>
                <c:pt idx="477">
                  <c:v>32.43</c:v>
                </c:pt>
                <c:pt idx="478">
                  <c:v>19.43</c:v>
                </c:pt>
                <c:pt idx="479">
                  <c:v>22.86</c:v>
                </c:pt>
                <c:pt idx="480">
                  <c:v>31.14</c:v>
                </c:pt>
                <c:pt idx="481">
                  <c:v>32.86</c:v>
                </c:pt>
                <c:pt idx="482">
                  <c:v>33</c:v>
                </c:pt>
                <c:pt idx="483">
                  <c:v>32.29</c:v>
                </c:pt>
                <c:pt idx="484">
                  <c:v>32.57</c:v>
                </c:pt>
                <c:pt idx="485">
                  <c:v>20.29</c:v>
                </c:pt>
                <c:pt idx="486">
                  <c:v>34.86</c:v>
                </c:pt>
                <c:pt idx="487">
                  <c:v>20</c:v>
                </c:pt>
                <c:pt idx="488">
                  <c:v>32.14</c:v>
                </c:pt>
                <c:pt idx="489">
                  <c:v>37.57</c:v>
                </c:pt>
                <c:pt idx="490">
                  <c:v>35.71</c:v>
                </c:pt>
                <c:pt idx="491">
                  <c:v>24.29</c:v>
                </c:pt>
                <c:pt idx="492">
                  <c:v>19.29</c:v>
                </c:pt>
                <c:pt idx="493">
                  <c:v>30.57</c:v>
                </c:pt>
                <c:pt idx="494">
                  <c:v>33.29</c:v>
                </c:pt>
                <c:pt idx="495">
                  <c:v>26.29</c:v>
                </c:pt>
                <c:pt idx="496">
                  <c:v>36.43</c:v>
                </c:pt>
                <c:pt idx="497">
                  <c:v>28</c:v>
                </c:pt>
                <c:pt idx="498">
                  <c:v>38.86</c:v>
                </c:pt>
                <c:pt idx="499">
                  <c:v>29.43</c:v>
                </c:pt>
                <c:pt idx="500">
                  <c:v>35.14</c:v>
                </c:pt>
                <c:pt idx="501">
                  <c:v>33.57</c:v>
                </c:pt>
                <c:pt idx="502">
                  <c:v>31.57</c:v>
                </c:pt>
                <c:pt idx="503">
                  <c:v>37.14</c:v>
                </c:pt>
                <c:pt idx="504">
                  <c:v>26.14</c:v>
                </c:pt>
                <c:pt idx="505">
                  <c:v>39</c:v>
                </c:pt>
                <c:pt idx="506">
                  <c:v>31.29</c:v>
                </c:pt>
                <c:pt idx="507">
                  <c:v>32.14</c:v>
                </c:pt>
                <c:pt idx="508">
                  <c:v>38.86</c:v>
                </c:pt>
                <c:pt idx="509">
                  <c:v>35.29</c:v>
                </c:pt>
                <c:pt idx="510">
                  <c:v>34.57</c:v>
                </c:pt>
                <c:pt idx="511">
                  <c:v>38.43</c:v>
                </c:pt>
                <c:pt idx="512">
                  <c:v>16.86</c:v>
                </c:pt>
                <c:pt idx="513">
                  <c:v>32</c:v>
                </c:pt>
                <c:pt idx="514">
                  <c:v>31.43</c:v>
                </c:pt>
                <c:pt idx="515">
                  <c:v>37.14</c:v>
                </c:pt>
                <c:pt idx="516">
                  <c:v>19.86</c:v>
                </c:pt>
                <c:pt idx="517">
                  <c:v>32.29</c:v>
                </c:pt>
                <c:pt idx="518">
                  <c:v>33.71</c:v>
                </c:pt>
                <c:pt idx="519">
                  <c:v>35.71</c:v>
                </c:pt>
                <c:pt idx="520">
                  <c:v>39.57</c:v>
                </c:pt>
                <c:pt idx="521">
                  <c:v>16.29</c:v>
                </c:pt>
                <c:pt idx="522">
                  <c:v>31.14</c:v>
                </c:pt>
                <c:pt idx="523">
                  <c:v>33.14</c:v>
                </c:pt>
                <c:pt idx="524">
                  <c:v>22.57</c:v>
                </c:pt>
                <c:pt idx="525">
                  <c:v>31.57</c:v>
                </c:pt>
                <c:pt idx="526">
                  <c:v>31</c:v>
                </c:pt>
                <c:pt idx="527">
                  <c:v>35.29</c:v>
                </c:pt>
                <c:pt idx="528">
                  <c:v>36.57</c:v>
                </c:pt>
                <c:pt idx="529">
                  <c:v>37.71</c:v>
                </c:pt>
                <c:pt idx="530">
                  <c:v>14.14</c:v>
                </c:pt>
                <c:pt idx="531">
                  <c:v>31.29</c:v>
                </c:pt>
                <c:pt idx="532">
                  <c:v>34.57</c:v>
                </c:pt>
                <c:pt idx="533">
                  <c:v>36.57</c:v>
                </c:pt>
                <c:pt idx="534">
                  <c:v>30.57</c:v>
                </c:pt>
                <c:pt idx="535">
                  <c:v>30.43</c:v>
                </c:pt>
                <c:pt idx="536">
                  <c:v>38.14</c:v>
                </c:pt>
                <c:pt idx="537">
                  <c:v>38.57</c:v>
                </c:pt>
                <c:pt idx="538">
                  <c:v>31.43</c:v>
                </c:pt>
                <c:pt idx="539">
                  <c:v>38.57</c:v>
                </c:pt>
                <c:pt idx="540">
                  <c:v>31.86</c:v>
                </c:pt>
                <c:pt idx="541">
                  <c:v>35</c:v>
                </c:pt>
                <c:pt idx="542">
                  <c:v>31.57</c:v>
                </c:pt>
                <c:pt idx="543">
                  <c:v>30.14</c:v>
                </c:pt>
                <c:pt idx="544">
                  <c:v>29</c:v>
                </c:pt>
                <c:pt idx="545">
                  <c:v>31.43</c:v>
                </c:pt>
                <c:pt idx="546">
                  <c:v>31</c:v>
                </c:pt>
                <c:pt idx="547">
                  <c:v>35.57</c:v>
                </c:pt>
                <c:pt idx="548">
                  <c:v>37.43</c:v>
                </c:pt>
                <c:pt idx="549">
                  <c:v>14.86</c:v>
                </c:pt>
                <c:pt idx="550">
                  <c:v>17</c:v>
                </c:pt>
                <c:pt idx="551">
                  <c:v>27.57</c:v>
                </c:pt>
                <c:pt idx="552">
                  <c:v>29.43</c:v>
                </c:pt>
                <c:pt idx="553">
                  <c:v>17</c:v>
                </c:pt>
                <c:pt idx="554">
                  <c:v>36</c:v>
                </c:pt>
                <c:pt idx="555">
                  <c:v>35.43</c:v>
                </c:pt>
                <c:pt idx="556">
                  <c:v>28.86</c:v>
                </c:pt>
                <c:pt idx="557">
                  <c:v>34.71</c:v>
                </c:pt>
                <c:pt idx="558">
                  <c:v>14.14</c:v>
                </c:pt>
                <c:pt idx="559">
                  <c:v>29.57</c:v>
                </c:pt>
                <c:pt idx="560">
                  <c:v>33</c:v>
                </c:pt>
                <c:pt idx="561">
                  <c:v>33.86</c:v>
                </c:pt>
                <c:pt idx="562">
                  <c:v>31.43</c:v>
                </c:pt>
                <c:pt idx="563">
                  <c:v>37.71</c:v>
                </c:pt>
                <c:pt idx="564">
                  <c:v>35</c:v>
                </c:pt>
                <c:pt idx="565">
                  <c:v>29.29</c:v>
                </c:pt>
                <c:pt idx="566">
                  <c:v>37.86</c:v>
                </c:pt>
                <c:pt idx="567">
                  <c:v>31.29</c:v>
                </c:pt>
                <c:pt idx="568">
                  <c:v>38.29</c:v>
                </c:pt>
                <c:pt idx="569">
                  <c:v>39</c:v>
                </c:pt>
                <c:pt idx="570">
                  <c:v>18.57</c:v>
                </c:pt>
                <c:pt idx="571">
                  <c:v>16.29</c:v>
                </c:pt>
                <c:pt idx="572">
                  <c:v>37</c:v>
                </c:pt>
                <c:pt idx="573">
                  <c:v>31.86</c:v>
                </c:pt>
                <c:pt idx="574">
                  <c:v>23</c:v>
                </c:pt>
                <c:pt idx="575">
                  <c:v>28.14</c:v>
                </c:pt>
                <c:pt idx="576">
                  <c:v>36.14</c:v>
                </c:pt>
                <c:pt idx="577">
                  <c:v>29.86</c:v>
                </c:pt>
                <c:pt idx="578">
                  <c:v>30.43</c:v>
                </c:pt>
                <c:pt idx="579">
                  <c:v>24</c:v>
                </c:pt>
                <c:pt idx="580">
                  <c:v>17.29</c:v>
                </c:pt>
                <c:pt idx="581">
                  <c:v>32</c:v>
                </c:pt>
                <c:pt idx="582">
                  <c:v>39.86</c:v>
                </c:pt>
                <c:pt idx="583">
                  <c:v>21.43</c:v>
                </c:pt>
                <c:pt idx="584">
                  <c:v>32.57</c:v>
                </c:pt>
                <c:pt idx="585">
                  <c:v>29</c:v>
                </c:pt>
                <c:pt idx="586">
                  <c:v>37.14</c:v>
                </c:pt>
                <c:pt idx="587">
                  <c:v>19</c:v>
                </c:pt>
                <c:pt idx="588">
                  <c:v>33.14</c:v>
                </c:pt>
                <c:pt idx="589">
                  <c:v>33</c:v>
                </c:pt>
                <c:pt idx="590">
                  <c:v>36.14</c:v>
                </c:pt>
                <c:pt idx="591">
                  <c:v>30.29</c:v>
                </c:pt>
                <c:pt idx="592">
                  <c:v>34.71</c:v>
                </c:pt>
                <c:pt idx="593">
                  <c:v>15.57</c:v>
                </c:pt>
                <c:pt idx="594">
                  <c:v>35.14</c:v>
                </c:pt>
                <c:pt idx="595">
                  <c:v>16.71</c:v>
                </c:pt>
                <c:pt idx="596">
                  <c:v>35.57</c:v>
                </c:pt>
                <c:pt idx="597">
                  <c:v>27.86</c:v>
                </c:pt>
                <c:pt idx="598">
                  <c:v>27.71</c:v>
                </c:pt>
                <c:pt idx="599">
                  <c:v>29.71</c:v>
                </c:pt>
                <c:pt idx="600">
                  <c:v>16.43</c:v>
                </c:pt>
                <c:pt idx="601">
                  <c:v>31.43</c:v>
                </c:pt>
                <c:pt idx="602">
                  <c:v>14.43</c:v>
                </c:pt>
                <c:pt idx="603">
                  <c:v>27.29</c:v>
                </c:pt>
                <c:pt idx="604">
                  <c:v>36.14</c:v>
                </c:pt>
                <c:pt idx="605">
                  <c:v>31.43</c:v>
                </c:pt>
                <c:pt idx="606">
                  <c:v>32.14</c:v>
                </c:pt>
                <c:pt idx="607">
                  <c:v>31.71</c:v>
                </c:pt>
                <c:pt idx="608">
                  <c:v>35.86</c:v>
                </c:pt>
                <c:pt idx="609">
                  <c:v>16.29</c:v>
                </c:pt>
                <c:pt idx="610">
                  <c:v>17.14</c:v>
                </c:pt>
                <c:pt idx="611">
                  <c:v>29.29</c:v>
                </c:pt>
                <c:pt idx="612">
                  <c:v>28.86</c:v>
                </c:pt>
                <c:pt idx="613">
                  <c:v>32</c:v>
                </c:pt>
                <c:pt idx="614">
                  <c:v>17</c:v>
                </c:pt>
                <c:pt idx="615">
                  <c:v>14.57</c:v>
                </c:pt>
                <c:pt idx="616">
                  <c:v>32.57</c:v>
                </c:pt>
                <c:pt idx="617">
                  <c:v>31.71</c:v>
                </c:pt>
                <c:pt idx="618">
                  <c:v>32</c:v>
                </c:pt>
                <c:pt idx="619">
                  <c:v>14.57</c:v>
                </c:pt>
                <c:pt idx="620">
                  <c:v>38.57</c:v>
                </c:pt>
                <c:pt idx="621">
                  <c:v>26.86</c:v>
                </c:pt>
                <c:pt idx="622">
                  <c:v>31.29</c:v>
                </c:pt>
                <c:pt idx="623">
                  <c:v>36.43</c:v>
                </c:pt>
                <c:pt idx="624">
                  <c:v>16</c:v>
                </c:pt>
                <c:pt idx="625">
                  <c:v>34.57</c:v>
                </c:pt>
                <c:pt idx="626">
                  <c:v>33.86</c:v>
                </c:pt>
                <c:pt idx="627">
                  <c:v>16.71</c:v>
                </c:pt>
                <c:pt idx="628">
                  <c:v>15.57</c:v>
                </c:pt>
                <c:pt idx="629">
                  <c:v>30.14</c:v>
                </c:pt>
                <c:pt idx="630">
                  <c:v>23.43</c:v>
                </c:pt>
                <c:pt idx="631">
                  <c:v>33.43</c:v>
                </c:pt>
                <c:pt idx="632">
                  <c:v>39.29</c:v>
                </c:pt>
                <c:pt idx="633">
                  <c:v>20.71</c:v>
                </c:pt>
                <c:pt idx="634">
                  <c:v>35.14</c:v>
                </c:pt>
                <c:pt idx="635">
                  <c:v>37</c:v>
                </c:pt>
                <c:pt idx="636">
                  <c:v>38.14</c:v>
                </c:pt>
                <c:pt idx="637">
                  <c:v>39.71</c:v>
                </c:pt>
                <c:pt idx="638">
                  <c:v>36.57</c:v>
                </c:pt>
                <c:pt idx="639">
                  <c:v>39.71</c:v>
                </c:pt>
                <c:pt idx="640">
                  <c:v>18.86</c:v>
                </c:pt>
                <c:pt idx="641">
                  <c:v>18.71</c:v>
                </c:pt>
                <c:pt idx="642">
                  <c:v>32.86</c:v>
                </c:pt>
                <c:pt idx="643">
                  <c:v>31.86</c:v>
                </c:pt>
                <c:pt idx="644">
                  <c:v>38.14</c:v>
                </c:pt>
                <c:pt idx="645">
                  <c:v>36.29</c:v>
                </c:pt>
                <c:pt idx="646">
                  <c:v>24</c:v>
                </c:pt>
                <c:pt idx="647">
                  <c:v>35.29</c:v>
                </c:pt>
                <c:pt idx="648">
                  <c:v>38.29</c:v>
                </c:pt>
                <c:pt idx="649">
                  <c:v>14.71</c:v>
                </c:pt>
                <c:pt idx="650">
                  <c:v>37</c:v>
                </c:pt>
                <c:pt idx="651">
                  <c:v>17</c:v>
                </c:pt>
                <c:pt idx="652">
                  <c:v>35.14</c:v>
                </c:pt>
                <c:pt idx="653">
                  <c:v>35</c:v>
                </c:pt>
                <c:pt idx="654">
                  <c:v>32.43</c:v>
                </c:pt>
                <c:pt idx="655">
                  <c:v>34.43</c:v>
                </c:pt>
                <c:pt idx="656">
                  <c:v>39.14</c:v>
                </c:pt>
                <c:pt idx="657">
                  <c:v>30.86</c:v>
                </c:pt>
                <c:pt idx="658">
                  <c:v>34.86</c:v>
                </c:pt>
                <c:pt idx="659">
                  <c:v>32.14</c:v>
                </c:pt>
                <c:pt idx="660">
                  <c:v>33.43</c:v>
                </c:pt>
                <c:pt idx="661">
                  <c:v>38.43</c:v>
                </c:pt>
                <c:pt idx="662">
                  <c:v>31.14</c:v>
                </c:pt>
                <c:pt idx="663">
                  <c:v>31.43</c:v>
                </c:pt>
                <c:pt idx="664">
                  <c:v>40</c:v>
                </c:pt>
                <c:pt idx="665">
                  <c:v>16.86</c:v>
                </c:pt>
                <c:pt idx="666">
                  <c:v>32.71</c:v>
                </c:pt>
                <c:pt idx="667">
                  <c:v>37.57</c:v>
                </c:pt>
                <c:pt idx="668">
                  <c:v>33.29</c:v>
                </c:pt>
                <c:pt idx="669">
                  <c:v>39.71</c:v>
                </c:pt>
                <c:pt idx="670">
                  <c:v>31.57</c:v>
                </c:pt>
                <c:pt idx="671">
                  <c:v>32.14</c:v>
                </c:pt>
                <c:pt idx="672">
                  <c:v>16.29</c:v>
                </c:pt>
                <c:pt idx="673">
                  <c:v>40</c:v>
                </c:pt>
                <c:pt idx="674">
                  <c:v>16.29</c:v>
                </c:pt>
                <c:pt idx="675">
                  <c:v>16.43</c:v>
                </c:pt>
                <c:pt idx="676">
                  <c:v>34.86</c:v>
                </c:pt>
                <c:pt idx="677">
                  <c:v>31.71</c:v>
                </c:pt>
                <c:pt idx="678">
                  <c:v>16.29</c:v>
                </c:pt>
                <c:pt idx="679">
                  <c:v>30</c:v>
                </c:pt>
                <c:pt idx="680">
                  <c:v>18.71</c:v>
                </c:pt>
                <c:pt idx="681">
                  <c:v>36</c:v>
                </c:pt>
                <c:pt idx="682">
                  <c:v>14.57</c:v>
                </c:pt>
                <c:pt idx="683">
                  <c:v>14</c:v>
                </c:pt>
                <c:pt idx="684">
                  <c:v>17.29</c:v>
                </c:pt>
                <c:pt idx="685">
                  <c:v>21.14</c:v>
                </c:pt>
                <c:pt idx="686">
                  <c:v>34.71</c:v>
                </c:pt>
                <c:pt idx="687">
                  <c:v>37.71</c:v>
                </c:pt>
                <c:pt idx="688">
                  <c:v>28.57</c:v>
                </c:pt>
                <c:pt idx="689">
                  <c:v>22.57</c:v>
                </c:pt>
                <c:pt idx="690">
                  <c:v>34.14</c:v>
                </c:pt>
                <c:pt idx="691">
                  <c:v>34.43</c:v>
                </c:pt>
                <c:pt idx="692">
                  <c:v>37.29</c:v>
                </c:pt>
                <c:pt idx="693">
                  <c:v>39.29</c:v>
                </c:pt>
                <c:pt idx="694">
                  <c:v>30.14</c:v>
                </c:pt>
                <c:pt idx="695">
                  <c:v>35.43</c:v>
                </c:pt>
                <c:pt idx="696">
                  <c:v>21.86</c:v>
                </c:pt>
                <c:pt idx="697">
                  <c:v>32.86</c:v>
                </c:pt>
                <c:pt idx="698">
                  <c:v>36.86</c:v>
                </c:pt>
                <c:pt idx="699">
                  <c:v>33</c:v>
                </c:pt>
                <c:pt idx="700">
                  <c:v>39</c:v>
                </c:pt>
                <c:pt idx="701">
                  <c:v>30.57</c:v>
                </c:pt>
                <c:pt idx="702">
                  <c:v>25.29</c:v>
                </c:pt>
                <c:pt idx="703">
                  <c:v>15.43</c:v>
                </c:pt>
                <c:pt idx="704">
                  <c:v>28.43</c:v>
                </c:pt>
                <c:pt idx="705">
                  <c:v>32.43</c:v>
                </c:pt>
                <c:pt idx="706">
                  <c:v>33.43</c:v>
                </c:pt>
                <c:pt idx="707">
                  <c:v>36.43</c:v>
                </c:pt>
                <c:pt idx="708">
                  <c:v>27.43</c:v>
                </c:pt>
                <c:pt idx="709">
                  <c:v>30.29</c:v>
                </c:pt>
                <c:pt idx="710">
                  <c:v>35.43</c:v>
                </c:pt>
                <c:pt idx="711">
                  <c:v>34.29</c:v>
                </c:pt>
                <c:pt idx="712">
                  <c:v>36.43</c:v>
                </c:pt>
                <c:pt idx="713">
                  <c:v>36.71</c:v>
                </c:pt>
                <c:pt idx="714">
                  <c:v>32.57</c:v>
                </c:pt>
                <c:pt idx="715">
                  <c:v>15.86</c:v>
                </c:pt>
                <c:pt idx="716">
                  <c:v>30</c:v>
                </c:pt>
                <c:pt idx="717">
                  <c:v>30.57</c:v>
                </c:pt>
                <c:pt idx="718">
                  <c:v>32.43</c:v>
                </c:pt>
                <c:pt idx="719">
                  <c:v>28.43</c:v>
                </c:pt>
                <c:pt idx="720">
                  <c:v>31.29</c:v>
                </c:pt>
                <c:pt idx="721">
                  <c:v>33.43</c:v>
                </c:pt>
                <c:pt idx="722">
                  <c:v>31.71</c:v>
                </c:pt>
                <c:pt idx="723">
                  <c:v>35</c:v>
                </c:pt>
                <c:pt idx="724">
                  <c:v>32</c:v>
                </c:pt>
                <c:pt idx="725">
                  <c:v>16.86</c:v>
                </c:pt>
                <c:pt idx="726">
                  <c:v>34.43</c:v>
                </c:pt>
                <c:pt idx="727">
                  <c:v>27.14</c:v>
                </c:pt>
                <c:pt idx="728">
                  <c:v>31.14</c:v>
                </c:pt>
                <c:pt idx="729">
                  <c:v>38.14</c:v>
                </c:pt>
                <c:pt idx="730">
                  <c:v>29.71</c:v>
                </c:pt>
                <c:pt idx="731">
                  <c:v>33.71</c:v>
                </c:pt>
                <c:pt idx="732">
                  <c:v>35.86</c:v>
                </c:pt>
                <c:pt idx="733">
                  <c:v>31.86</c:v>
                </c:pt>
                <c:pt idx="734">
                  <c:v>33.86</c:v>
                </c:pt>
                <c:pt idx="735">
                  <c:v>35.86</c:v>
                </c:pt>
                <c:pt idx="736">
                  <c:v>37.86</c:v>
                </c:pt>
                <c:pt idx="737">
                  <c:v>33</c:v>
                </c:pt>
                <c:pt idx="738">
                  <c:v>31.43</c:v>
                </c:pt>
                <c:pt idx="739">
                  <c:v>34.43</c:v>
                </c:pt>
                <c:pt idx="740">
                  <c:v>27.29</c:v>
                </c:pt>
                <c:pt idx="741">
                  <c:v>31.29</c:v>
                </c:pt>
                <c:pt idx="742">
                  <c:v>39</c:v>
                </c:pt>
                <c:pt idx="743">
                  <c:v>32.43</c:v>
                </c:pt>
                <c:pt idx="744">
                  <c:v>26.57</c:v>
                </c:pt>
                <c:pt idx="745">
                  <c:v>27.43</c:v>
                </c:pt>
                <c:pt idx="746">
                  <c:v>20.14</c:v>
                </c:pt>
                <c:pt idx="747">
                  <c:v>34.14</c:v>
                </c:pt>
                <c:pt idx="748">
                  <c:v>21</c:v>
                </c:pt>
                <c:pt idx="749">
                  <c:v>35.29</c:v>
                </c:pt>
                <c:pt idx="750">
                  <c:v>15.29</c:v>
                </c:pt>
                <c:pt idx="751">
                  <c:v>16.86</c:v>
                </c:pt>
                <c:pt idx="752">
                  <c:v>16.86</c:v>
                </c:pt>
                <c:pt idx="753">
                  <c:v>21.86</c:v>
                </c:pt>
                <c:pt idx="754">
                  <c:v>32.86</c:v>
                </c:pt>
                <c:pt idx="755">
                  <c:v>33.71</c:v>
                </c:pt>
                <c:pt idx="756">
                  <c:v>33.57</c:v>
                </c:pt>
                <c:pt idx="757">
                  <c:v>39.14</c:v>
                </c:pt>
                <c:pt idx="758">
                  <c:v>38.86</c:v>
                </c:pt>
                <c:pt idx="759">
                  <c:v>34.86</c:v>
                </c:pt>
                <c:pt idx="760">
                  <c:v>38</c:v>
                </c:pt>
                <c:pt idx="761">
                  <c:v>31.57</c:v>
                </c:pt>
                <c:pt idx="762">
                  <c:v>31.29</c:v>
                </c:pt>
                <c:pt idx="763">
                  <c:v>19.43</c:v>
                </c:pt>
                <c:pt idx="764">
                  <c:v>37.71</c:v>
                </c:pt>
                <c:pt idx="765">
                  <c:v>32.43</c:v>
                </c:pt>
                <c:pt idx="766">
                  <c:v>14.86</c:v>
                </c:pt>
                <c:pt idx="767">
                  <c:v>27.43</c:v>
                </c:pt>
                <c:pt idx="768">
                  <c:v>36.71</c:v>
                </c:pt>
                <c:pt idx="769">
                  <c:v>38.71</c:v>
                </c:pt>
                <c:pt idx="770">
                  <c:v>26.14</c:v>
                </c:pt>
                <c:pt idx="771">
                  <c:v>37.86</c:v>
                </c:pt>
                <c:pt idx="772">
                  <c:v>32</c:v>
                </c:pt>
                <c:pt idx="773">
                  <c:v>37.86</c:v>
                </c:pt>
                <c:pt idx="774">
                  <c:v>18.14</c:v>
                </c:pt>
                <c:pt idx="775">
                  <c:v>33.86</c:v>
                </c:pt>
                <c:pt idx="776">
                  <c:v>32.86</c:v>
                </c:pt>
                <c:pt idx="777">
                  <c:v>38.86</c:v>
                </c:pt>
                <c:pt idx="778">
                  <c:v>39.86</c:v>
                </c:pt>
                <c:pt idx="779">
                  <c:v>32.86</c:v>
                </c:pt>
                <c:pt idx="780">
                  <c:v>29.57</c:v>
                </c:pt>
                <c:pt idx="781">
                  <c:v>21.14</c:v>
                </c:pt>
                <c:pt idx="782">
                  <c:v>23.57</c:v>
                </c:pt>
                <c:pt idx="783">
                  <c:v>30.86</c:v>
                </c:pt>
                <c:pt idx="784">
                  <c:v>35.71</c:v>
                </c:pt>
                <c:pt idx="785">
                  <c:v>38</c:v>
                </c:pt>
                <c:pt idx="786">
                  <c:v>33.57</c:v>
                </c:pt>
                <c:pt idx="787">
                  <c:v>34.86</c:v>
                </c:pt>
                <c:pt idx="788">
                  <c:v>33</c:v>
                </c:pt>
                <c:pt idx="789">
                  <c:v>16</c:v>
                </c:pt>
                <c:pt idx="790">
                  <c:v>17</c:v>
                </c:pt>
                <c:pt idx="791">
                  <c:v>21.29</c:v>
                </c:pt>
                <c:pt idx="792">
                  <c:v>33.29</c:v>
                </c:pt>
                <c:pt idx="793">
                  <c:v>33.71</c:v>
                </c:pt>
                <c:pt idx="794">
                  <c:v>29.86</c:v>
                </c:pt>
                <c:pt idx="795">
                  <c:v>18.57</c:v>
                </c:pt>
                <c:pt idx="796">
                  <c:v>15.14</c:v>
                </c:pt>
                <c:pt idx="797">
                  <c:v>17</c:v>
                </c:pt>
                <c:pt idx="798">
                  <c:v>20.29</c:v>
                </c:pt>
                <c:pt idx="799">
                  <c:v>18</c:v>
                </c:pt>
                <c:pt idx="800">
                  <c:v>21.43</c:v>
                </c:pt>
                <c:pt idx="801">
                  <c:v>35.29</c:v>
                </c:pt>
                <c:pt idx="802">
                  <c:v>40</c:v>
                </c:pt>
                <c:pt idx="803">
                  <c:v>21.86</c:v>
                </c:pt>
                <c:pt idx="804">
                  <c:v>38.29</c:v>
                </c:pt>
                <c:pt idx="805">
                  <c:v>35.43</c:v>
                </c:pt>
                <c:pt idx="806">
                  <c:v>29.86</c:v>
                </c:pt>
                <c:pt idx="807">
                  <c:v>37.86</c:v>
                </c:pt>
                <c:pt idx="808">
                  <c:v>24.14</c:v>
                </c:pt>
                <c:pt idx="809">
                  <c:v>32</c:v>
                </c:pt>
                <c:pt idx="810">
                  <c:v>28.29</c:v>
                </c:pt>
                <c:pt idx="811">
                  <c:v>31</c:v>
                </c:pt>
                <c:pt idx="812">
                  <c:v>32</c:v>
                </c:pt>
                <c:pt idx="813">
                  <c:v>15</c:v>
                </c:pt>
                <c:pt idx="814">
                  <c:v>36.14</c:v>
                </c:pt>
                <c:pt idx="815">
                  <c:v>17.71</c:v>
                </c:pt>
              </c:numCache>
            </c:numRef>
          </c:xVal>
          <c:yVal>
            <c:numRef>
              <c:f>Sheet1!$B$404:$B$1219</c:f>
              <c:numCache>
                <c:formatCode>General</c:formatCode>
                <c:ptCount val="816"/>
                <c:pt idx="0">
                  <c:v>8.9700000000000006</c:v>
                </c:pt>
                <c:pt idx="1">
                  <c:v>6.97</c:v>
                </c:pt>
                <c:pt idx="2">
                  <c:v>6.63</c:v>
                </c:pt>
                <c:pt idx="3">
                  <c:v>8.3800000000000008</c:v>
                </c:pt>
                <c:pt idx="4">
                  <c:v>9</c:v>
                </c:pt>
                <c:pt idx="5">
                  <c:v>4.5999999999999996</c:v>
                </c:pt>
                <c:pt idx="6">
                  <c:v>8.8000000000000007</c:v>
                </c:pt>
                <c:pt idx="7">
                  <c:v>2.4700000000000002</c:v>
                </c:pt>
                <c:pt idx="8">
                  <c:v>3.17</c:v>
                </c:pt>
                <c:pt idx="9">
                  <c:v>8.6999999999999993</c:v>
                </c:pt>
                <c:pt idx="10">
                  <c:v>8.2899999999999991</c:v>
                </c:pt>
                <c:pt idx="11">
                  <c:v>9</c:v>
                </c:pt>
                <c:pt idx="12">
                  <c:v>6.9</c:v>
                </c:pt>
                <c:pt idx="13">
                  <c:v>8.1999999999999993</c:v>
                </c:pt>
                <c:pt idx="14">
                  <c:v>8.6</c:v>
                </c:pt>
                <c:pt idx="15">
                  <c:v>8.1999999999999993</c:v>
                </c:pt>
                <c:pt idx="16">
                  <c:v>3</c:v>
                </c:pt>
                <c:pt idx="17">
                  <c:v>8.6</c:v>
                </c:pt>
                <c:pt idx="18">
                  <c:v>8.98</c:v>
                </c:pt>
                <c:pt idx="19">
                  <c:v>2.6</c:v>
                </c:pt>
                <c:pt idx="20">
                  <c:v>8.6999999999999993</c:v>
                </c:pt>
                <c:pt idx="21">
                  <c:v>8.5</c:v>
                </c:pt>
                <c:pt idx="22">
                  <c:v>9.1</c:v>
                </c:pt>
                <c:pt idx="23">
                  <c:v>8.9</c:v>
                </c:pt>
                <c:pt idx="24">
                  <c:v>8.6999999999999993</c:v>
                </c:pt>
                <c:pt idx="25">
                  <c:v>3.1</c:v>
                </c:pt>
                <c:pt idx="26">
                  <c:v>7.6</c:v>
                </c:pt>
                <c:pt idx="27">
                  <c:v>8.4</c:v>
                </c:pt>
                <c:pt idx="28">
                  <c:v>8.51</c:v>
                </c:pt>
                <c:pt idx="29">
                  <c:v>7.9</c:v>
                </c:pt>
                <c:pt idx="30">
                  <c:v>7.5</c:v>
                </c:pt>
                <c:pt idx="31">
                  <c:v>7.98</c:v>
                </c:pt>
                <c:pt idx="32">
                  <c:v>7.77</c:v>
                </c:pt>
                <c:pt idx="33">
                  <c:v>2.8</c:v>
                </c:pt>
                <c:pt idx="34">
                  <c:v>2.6</c:v>
                </c:pt>
                <c:pt idx="35">
                  <c:v>3.27</c:v>
                </c:pt>
                <c:pt idx="36">
                  <c:v>8.3000000000000007</c:v>
                </c:pt>
                <c:pt idx="37">
                  <c:v>9.11</c:v>
                </c:pt>
                <c:pt idx="38">
                  <c:v>8.8000000000000007</c:v>
                </c:pt>
                <c:pt idx="39">
                  <c:v>8.48</c:v>
                </c:pt>
                <c:pt idx="40">
                  <c:v>8</c:v>
                </c:pt>
                <c:pt idx="41">
                  <c:v>3.88</c:v>
                </c:pt>
                <c:pt idx="42">
                  <c:v>8.8000000000000007</c:v>
                </c:pt>
                <c:pt idx="43">
                  <c:v>4.29</c:v>
                </c:pt>
                <c:pt idx="44">
                  <c:v>6.36</c:v>
                </c:pt>
                <c:pt idx="45">
                  <c:v>9.3000000000000007</c:v>
                </c:pt>
                <c:pt idx="46">
                  <c:v>9.6199999999999992</c:v>
                </c:pt>
                <c:pt idx="47">
                  <c:v>8.5</c:v>
                </c:pt>
                <c:pt idx="48">
                  <c:v>9.9</c:v>
                </c:pt>
                <c:pt idx="49">
                  <c:v>6.9</c:v>
                </c:pt>
                <c:pt idx="50">
                  <c:v>8.7799999999999994</c:v>
                </c:pt>
                <c:pt idx="51">
                  <c:v>8.48</c:v>
                </c:pt>
                <c:pt idx="52">
                  <c:v>4.4000000000000004</c:v>
                </c:pt>
                <c:pt idx="53">
                  <c:v>4.5</c:v>
                </c:pt>
                <c:pt idx="54">
                  <c:v>7.76</c:v>
                </c:pt>
                <c:pt idx="55">
                  <c:v>8.77</c:v>
                </c:pt>
                <c:pt idx="56">
                  <c:v>9.44</c:v>
                </c:pt>
                <c:pt idx="57">
                  <c:v>8.86</c:v>
                </c:pt>
                <c:pt idx="58">
                  <c:v>8</c:v>
                </c:pt>
                <c:pt idx="59">
                  <c:v>8.18</c:v>
                </c:pt>
                <c:pt idx="60">
                  <c:v>4.45</c:v>
                </c:pt>
                <c:pt idx="61">
                  <c:v>8.5</c:v>
                </c:pt>
                <c:pt idx="62">
                  <c:v>9.09</c:v>
                </c:pt>
                <c:pt idx="63">
                  <c:v>8.26</c:v>
                </c:pt>
                <c:pt idx="64">
                  <c:v>7.7</c:v>
                </c:pt>
                <c:pt idx="65">
                  <c:v>3.57</c:v>
                </c:pt>
                <c:pt idx="66">
                  <c:v>8</c:v>
                </c:pt>
                <c:pt idx="67">
                  <c:v>6.78</c:v>
                </c:pt>
                <c:pt idx="68">
                  <c:v>7.76</c:v>
                </c:pt>
                <c:pt idx="69">
                  <c:v>8.9</c:v>
                </c:pt>
                <c:pt idx="70">
                  <c:v>8</c:v>
                </c:pt>
                <c:pt idx="71">
                  <c:v>8.1</c:v>
                </c:pt>
                <c:pt idx="72">
                  <c:v>4.22</c:v>
                </c:pt>
                <c:pt idx="73">
                  <c:v>7</c:v>
                </c:pt>
                <c:pt idx="74">
                  <c:v>8.6</c:v>
                </c:pt>
                <c:pt idx="75">
                  <c:v>7.1</c:v>
                </c:pt>
                <c:pt idx="76">
                  <c:v>7</c:v>
                </c:pt>
                <c:pt idx="77">
                  <c:v>8.3699999999999992</c:v>
                </c:pt>
                <c:pt idx="78">
                  <c:v>7.96</c:v>
                </c:pt>
                <c:pt idx="79">
                  <c:v>9.3000000000000007</c:v>
                </c:pt>
                <c:pt idx="80">
                  <c:v>9.08</c:v>
                </c:pt>
                <c:pt idx="81">
                  <c:v>4.1900000000000004</c:v>
                </c:pt>
                <c:pt idx="82">
                  <c:v>2.8</c:v>
                </c:pt>
                <c:pt idx="83">
                  <c:v>7.8</c:v>
                </c:pt>
                <c:pt idx="84">
                  <c:v>8.4</c:v>
                </c:pt>
                <c:pt idx="85">
                  <c:v>3.18</c:v>
                </c:pt>
                <c:pt idx="86">
                  <c:v>8.76</c:v>
                </c:pt>
                <c:pt idx="87">
                  <c:v>8.08</c:v>
                </c:pt>
                <c:pt idx="88">
                  <c:v>8.6999999999999993</c:v>
                </c:pt>
                <c:pt idx="89">
                  <c:v>7.9</c:v>
                </c:pt>
                <c:pt idx="90">
                  <c:v>9.1</c:v>
                </c:pt>
                <c:pt idx="91">
                  <c:v>7.8</c:v>
                </c:pt>
                <c:pt idx="92">
                  <c:v>9.06</c:v>
                </c:pt>
                <c:pt idx="93">
                  <c:v>6.4</c:v>
                </c:pt>
                <c:pt idx="94">
                  <c:v>7.5</c:v>
                </c:pt>
                <c:pt idx="95">
                  <c:v>9.1999999999999993</c:v>
                </c:pt>
                <c:pt idx="96">
                  <c:v>7.45</c:v>
                </c:pt>
                <c:pt idx="97">
                  <c:v>5.0999999999999996</c:v>
                </c:pt>
                <c:pt idx="98">
                  <c:v>7.78</c:v>
                </c:pt>
                <c:pt idx="99">
                  <c:v>8.1</c:v>
                </c:pt>
                <c:pt idx="100">
                  <c:v>7.78</c:v>
                </c:pt>
                <c:pt idx="101">
                  <c:v>3.52</c:v>
                </c:pt>
                <c:pt idx="102">
                  <c:v>9.1999999999999993</c:v>
                </c:pt>
                <c:pt idx="103">
                  <c:v>3.8</c:v>
                </c:pt>
                <c:pt idx="104">
                  <c:v>6.7</c:v>
                </c:pt>
                <c:pt idx="105">
                  <c:v>8.4600000000000009</c:v>
                </c:pt>
                <c:pt idx="106">
                  <c:v>8.76</c:v>
                </c:pt>
                <c:pt idx="107">
                  <c:v>7.7</c:v>
                </c:pt>
                <c:pt idx="108">
                  <c:v>7.97</c:v>
                </c:pt>
                <c:pt idx="109">
                  <c:v>9.4</c:v>
                </c:pt>
                <c:pt idx="110">
                  <c:v>9.17</c:v>
                </c:pt>
                <c:pt idx="111">
                  <c:v>8</c:v>
                </c:pt>
                <c:pt idx="112">
                  <c:v>7.29</c:v>
                </c:pt>
                <c:pt idx="113">
                  <c:v>4.5</c:v>
                </c:pt>
                <c:pt idx="114">
                  <c:v>8.8000000000000007</c:v>
                </c:pt>
                <c:pt idx="115">
                  <c:v>4.7</c:v>
                </c:pt>
                <c:pt idx="116">
                  <c:v>8.56</c:v>
                </c:pt>
                <c:pt idx="117">
                  <c:v>8.18</c:v>
                </c:pt>
                <c:pt idx="118">
                  <c:v>9.3000000000000007</c:v>
                </c:pt>
                <c:pt idx="119">
                  <c:v>9.6</c:v>
                </c:pt>
                <c:pt idx="120">
                  <c:v>7.8</c:v>
                </c:pt>
                <c:pt idx="121">
                  <c:v>8.1999999999999993</c:v>
                </c:pt>
                <c:pt idx="122">
                  <c:v>3.1</c:v>
                </c:pt>
                <c:pt idx="123">
                  <c:v>8.1</c:v>
                </c:pt>
                <c:pt idx="124">
                  <c:v>7.71</c:v>
                </c:pt>
                <c:pt idx="125">
                  <c:v>8.06</c:v>
                </c:pt>
                <c:pt idx="126">
                  <c:v>8</c:v>
                </c:pt>
                <c:pt idx="127">
                  <c:v>8</c:v>
                </c:pt>
                <c:pt idx="128">
                  <c:v>9.4</c:v>
                </c:pt>
                <c:pt idx="129">
                  <c:v>3.7</c:v>
                </c:pt>
                <c:pt idx="130">
                  <c:v>8.64</c:v>
                </c:pt>
                <c:pt idx="131">
                  <c:v>7.06</c:v>
                </c:pt>
                <c:pt idx="132">
                  <c:v>8.6</c:v>
                </c:pt>
                <c:pt idx="133">
                  <c:v>6.75</c:v>
                </c:pt>
                <c:pt idx="134">
                  <c:v>7.35</c:v>
                </c:pt>
                <c:pt idx="135">
                  <c:v>9.1</c:v>
                </c:pt>
                <c:pt idx="136">
                  <c:v>4.9000000000000004</c:v>
                </c:pt>
                <c:pt idx="137">
                  <c:v>3.4</c:v>
                </c:pt>
                <c:pt idx="138">
                  <c:v>3.9</c:v>
                </c:pt>
                <c:pt idx="139">
                  <c:v>7.8</c:v>
                </c:pt>
                <c:pt idx="140">
                  <c:v>8.68</c:v>
                </c:pt>
                <c:pt idx="141">
                  <c:v>8.5</c:v>
                </c:pt>
                <c:pt idx="142">
                  <c:v>8.9</c:v>
                </c:pt>
                <c:pt idx="143">
                  <c:v>8.8000000000000007</c:v>
                </c:pt>
                <c:pt idx="144">
                  <c:v>7.8</c:v>
                </c:pt>
                <c:pt idx="145">
                  <c:v>3.3</c:v>
                </c:pt>
                <c:pt idx="146">
                  <c:v>9.4</c:v>
                </c:pt>
                <c:pt idx="147">
                  <c:v>6.77</c:v>
                </c:pt>
                <c:pt idx="148">
                  <c:v>7.25</c:v>
                </c:pt>
                <c:pt idx="149">
                  <c:v>8.4600000000000009</c:v>
                </c:pt>
                <c:pt idx="150">
                  <c:v>4.5</c:v>
                </c:pt>
                <c:pt idx="151">
                  <c:v>3.98</c:v>
                </c:pt>
                <c:pt idx="152">
                  <c:v>8.1999999999999993</c:v>
                </c:pt>
                <c:pt idx="153">
                  <c:v>9.07</c:v>
                </c:pt>
                <c:pt idx="154">
                  <c:v>7.8</c:v>
                </c:pt>
                <c:pt idx="155">
                  <c:v>6.6</c:v>
                </c:pt>
                <c:pt idx="156">
                  <c:v>8.08</c:v>
                </c:pt>
                <c:pt idx="157">
                  <c:v>8.3000000000000007</c:v>
                </c:pt>
                <c:pt idx="158">
                  <c:v>8.5</c:v>
                </c:pt>
                <c:pt idx="159">
                  <c:v>8.89</c:v>
                </c:pt>
                <c:pt idx="160">
                  <c:v>7.6</c:v>
                </c:pt>
                <c:pt idx="161">
                  <c:v>8.5</c:v>
                </c:pt>
                <c:pt idx="162">
                  <c:v>7.06</c:v>
                </c:pt>
                <c:pt idx="163">
                  <c:v>3.78</c:v>
                </c:pt>
                <c:pt idx="164">
                  <c:v>9.36</c:v>
                </c:pt>
                <c:pt idx="165">
                  <c:v>4.0999999999999996</c:v>
                </c:pt>
                <c:pt idx="166">
                  <c:v>7.57</c:v>
                </c:pt>
                <c:pt idx="167">
                  <c:v>7.19</c:v>
                </c:pt>
                <c:pt idx="168">
                  <c:v>7.9</c:v>
                </c:pt>
                <c:pt idx="169">
                  <c:v>4.2</c:v>
                </c:pt>
                <c:pt idx="170">
                  <c:v>4.4000000000000004</c:v>
                </c:pt>
                <c:pt idx="171">
                  <c:v>5.0999999999999996</c:v>
                </c:pt>
                <c:pt idx="172">
                  <c:v>9</c:v>
                </c:pt>
                <c:pt idx="173">
                  <c:v>7.6</c:v>
                </c:pt>
                <c:pt idx="174">
                  <c:v>7.8</c:v>
                </c:pt>
                <c:pt idx="175">
                  <c:v>8.9</c:v>
                </c:pt>
                <c:pt idx="176">
                  <c:v>8.1999999999999993</c:v>
                </c:pt>
                <c:pt idx="177">
                  <c:v>9.4</c:v>
                </c:pt>
                <c:pt idx="178">
                  <c:v>8</c:v>
                </c:pt>
                <c:pt idx="179">
                  <c:v>7.1</c:v>
                </c:pt>
                <c:pt idx="180">
                  <c:v>7.76</c:v>
                </c:pt>
                <c:pt idx="181">
                  <c:v>9</c:v>
                </c:pt>
                <c:pt idx="182">
                  <c:v>6.1</c:v>
                </c:pt>
                <c:pt idx="183">
                  <c:v>8.4</c:v>
                </c:pt>
                <c:pt idx="184">
                  <c:v>7.59</c:v>
                </c:pt>
                <c:pt idx="185">
                  <c:v>3.4</c:v>
                </c:pt>
                <c:pt idx="186">
                  <c:v>9.1</c:v>
                </c:pt>
                <c:pt idx="187">
                  <c:v>2.4</c:v>
                </c:pt>
                <c:pt idx="188">
                  <c:v>7.08</c:v>
                </c:pt>
                <c:pt idx="189">
                  <c:v>7.35</c:v>
                </c:pt>
                <c:pt idx="190">
                  <c:v>9.39</c:v>
                </c:pt>
                <c:pt idx="191">
                  <c:v>7.88</c:v>
                </c:pt>
                <c:pt idx="192">
                  <c:v>8.36</c:v>
                </c:pt>
                <c:pt idx="193">
                  <c:v>4.8</c:v>
                </c:pt>
                <c:pt idx="194">
                  <c:v>4</c:v>
                </c:pt>
                <c:pt idx="195">
                  <c:v>9.1</c:v>
                </c:pt>
                <c:pt idx="196">
                  <c:v>3.8</c:v>
                </c:pt>
                <c:pt idx="197">
                  <c:v>8.4</c:v>
                </c:pt>
                <c:pt idx="198">
                  <c:v>8.9</c:v>
                </c:pt>
                <c:pt idx="199">
                  <c:v>3.7</c:v>
                </c:pt>
                <c:pt idx="200">
                  <c:v>8.26</c:v>
                </c:pt>
                <c:pt idx="201">
                  <c:v>7.4</c:v>
                </c:pt>
                <c:pt idx="202">
                  <c:v>7.2</c:v>
                </c:pt>
                <c:pt idx="203">
                  <c:v>7.1</c:v>
                </c:pt>
                <c:pt idx="204">
                  <c:v>8.4499999999999993</c:v>
                </c:pt>
                <c:pt idx="205">
                  <c:v>9.5</c:v>
                </c:pt>
                <c:pt idx="206">
                  <c:v>6.7</c:v>
                </c:pt>
                <c:pt idx="207">
                  <c:v>9.1999999999999993</c:v>
                </c:pt>
                <c:pt idx="208">
                  <c:v>6.28</c:v>
                </c:pt>
                <c:pt idx="209">
                  <c:v>8.4</c:v>
                </c:pt>
                <c:pt idx="210">
                  <c:v>6.6</c:v>
                </c:pt>
                <c:pt idx="211">
                  <c:v>8.9</c:v>
                </c:pt>
                <c:pt idx="212">
                  <c:v>7.9</c:v>
                </c:pt>
                <c:pt idx="213">
                  <c:v>8.8000000000000007</c:v>
                </c:pt>
                <c:pt idx="214">
                  <c:v>8.36</c:v>
                </c:pt>
                <c:pt idx="215">
                  <c:v>7.7</c:v>
                </c:pt>
                <c:pt idx="216">
                  <c:v>2.42</c:v>
                </c:pt>
                <c:pt idx="217">
                  <c:v>6.5</c:v>
                </c:pt>
                <c:pt idx="218">
                  <c:v>8.0399999999999991</c:v>
                </c:pt>
                <c:pt idx="219">
                  <c:v>6.66</c:v>
                </c:pt>
                <c:pt idx="220">
                  <c:v>6.6</c:v>
                </c:pt>
                <c:pt idx="221">
                  <c:v>8.1999999999999993</c:v>
                </c:pt>
                <c:pt idx="222">
                  <c:v>9</c:v>
                </c:pt>
                <c:pt idx="223">
                  <c:v>5</c:v>
                </c:pt>
                <c:pt idx="224">
                  <c:v>8.0500000000000007</c:v>
                </c:pt>
                <c:pt idx="225">
                  <c:v>7.77</c:v>
                </c:pt>
                <c:pt idx="226">
                  <c:v>7.9</c:v>
                </c:pt>
                <c:pt idx="227">
                  <c:v>8.1</c:v>
                </c:pt>
                <c:pt idx="228">
                  <c:v>8.5</c:v>
                </c:pt>
                <c:pt idx="229">
                  <c:v>9.19</c:v>
                </c:pt>
                <c:pt idx="230">
                  <c:v>8.4</c:v>
                </c:pt>
                <c:pt idx="231">
                  <c:v>8.08</c:v>
                </c:pt>
                <c:pt idx="232">
                  <c:v>7.3</c:v>
                </c:pt>
                <c:pt idx="233">
                  <c:v>6.89</c:v>
                </c:pt>
                <c:pt idx="234">
                  <c:v>6.7</c:v>
                </c:pt>
                <c:pt idx="235">
                  <c:v>3.1</c:v>
                </c:pt>
                <c:pt idx="236">
                  <c:v>3.89</c:v>
                </c:pt>
                <c:pt idx="237">
                  <c:v>8</c:v>
                </c:pt>
                <c:pt idx="238">
                  <c:v>7.9</c:v>
                </c:pt>
                <c:pt idx="239">
                  <c:v>8.3699999999999992</c:v>
                </c:pt>
                <c:pt idx="240">
                  <c:v>8.39</c:v>
                </c:pt>
                <c:pt idx="241">
                  <c:v>8.49</c:v>
                </c:pt>
                <c:pt idx="242">
                  <c:v>8.9</c:v>
                </c:pt>
                <c:pt idx="243">
                  <c:v>8.1999999999999993</c:v>
                </c:pt>
                <c:pt idx="244">
                  <c:v>9.3800000000000008</c:v>
                </c:pt>
                <c:pt idx="245">
                  <c:v>3</c:v>
                </c:pt>
                <c:pt idx="246">
                  <c:v>8.6</c:v>
                </c:pt>
                <c:pt idx="247">
                  <c:v>7.3</c:v>
                </c:pt>
                <c:pt idx="248">
                  <c:v>9.3000000000000007</c:v>
                </c:pt>
                <c:pt idx="249">
                  <c:v>7.8</c:v>
                </c:pt>
                <c:pt idx="250">
                  <c:v>7.78</c:v>
                </c:pt>
                <c:pt idx="251">
                  <c:v>5.01</c:v>
                </c:pt>
                <c:pt idx="252">
                  <c:v>7</c:v>
                </c:pt>
                <c:pt idx="253">
                  <c:v>8</c:v>
                </c:pt>
                <c:pt idx="254">
                  <c:v>9.4</c:v>
                </c:pt>
                <c:pt idx="255">
                  <c:v>9.3000000000000007</c:v>
                </c:pt>
                <c:pt idx="256">
                  <c:v>8</c:v>
                </c:pt>
                <c:pt idx="257">
                  <c:v>8.57</c:v>
                </c:pt>
                <c:pt idx="258">
                  <c:v>2.75</c:v>
                </c:pt>
                <c:pt idx="259">
                  <c:v>8.1999999999999993</c:v>
                </c:pt>
                <c:pt idx="260">
                  <c:v>8.6</c:v>
                </c:pt>
                <c:pt idx="261">
                  <c:v>8.8000000000000007</c:v>
                </c:pt>
                <c:pt idx="262">
                  <c:v>8.1999999999999993</c:v>
                </c:pt>
                <c:pt idx="263">
                  <c:v>4.5999999999999996</c:v>
                </c:pt>
                <c:pt idx="264">
                  <c:v>8.9</c:v>
                </c:pt>
                <c:pt idx="265">
                  <c:v>7.3</c:v>
                </c:pt>
                <c:pt idx="266">
                  <c:v>7.3</c:v>
                </c:pt>
                <c:pt idx="267">
                  <c:v>8.09</c:v>
                </c:pt>
                <c:pt idx="268">
                  <c:v>8.9</c:v>
                </c:pt>
                <c:pt idx="269">
                  <c:v>8.1999999999999993</c:v>
                </c:pt>
                <c:pt idx="270">
                  <c:v>7.8</c:v>
                </c:pt>
                <c:pt idx="271">
                  <c:v>8.1999999999999993</c:v>
                </c:pt>
                <c:pt idx="272">
                  <c:v>8.3000000000000007</c:v>
                </c:pt>
                <c:pt idx="273">
                  <c:v>7.9</c:v>
                </c:pt>
                <c:pt idx="274">
                  <c:v>4.9000000000000004</c:v>
                </c:pt>
                <c:pt idx="275">
                  <c:v>9.1999999999999993</c:v>
                </c:pt>
                <c:pt idx="276">
                  <c:v>8.9</c:v>
                </c:pt>
                <c:pt idx="277">
                  <c:v>6.8</c:v>
                </c:pt>
                <c:pt idx="278">
                  <c:v>8.27</c:v>
                </c:pt>
                <c:pt idx="279">
                  <c:v>7.2</c:v>
                </c:pt>
                <c:pt idx="280">
                  <c:v>3.1</c:v>
                </c:pt>
                <c:pt idx="281">
                  <c:v>6.95</c:v>
                </c:pt>
                <c:pt idx="282">
                  <c:v>4.47</c:v>
                </c:pt>
                <c:pt idx="283">
                  <c:v>8</c:v>
                </c:pt>
                <c:pt idx="284">
                  <c:v>2.98</c:v>
                </c:pt>
                <c:pt idx="285">
                  <c:v>8.9</c:v>
                </c:pt>
                <c:pt idx="286">
                  <c:v>4.4000000000000004</c:v>
                </c:pt>
                <c:pt idx="287">
                  <c:v>8.5</c:v>
                </c:pt>
                <c:pt idx="288">
                  <c:v>7.92</c:v>
                </c:pt>
                <c:pt idx="289">
                  <c:v>7.46</c:v>
                </c:pt>
                <c:pt idx="290">
                  <c:v>3.2</c:v>
                </c:pt>
                <c:pt idx="291">
                  <c:v>9.17</c:v>
                </c:pt>
                <c:pt idx="292">
                  <c:v>7.09</c:v>
                </c:pt>
                <c:pt idx="293">
                  <c:v>8.6</c:v>
                </c:pt>
                <c:pt idx="294">
                  <c:v>8</c:v>
                </c:pt>
                <c:pt idx="295">
                  <c:v>8.59</c:v>
                </c:pt>
                <c:pt idx="296">
                  <c:v>8.75</c:v>
                </c:pt>
                <c:pt idx="297">
                  <c:v>8.8000000000000007</c:v>
                </c:pt>
                <c:pt idx="298">
                  <c:v>5</c:v>
                </c:pt>
                <c:pt idx="299">
                  <c:v>5</c:v>
                </c:pt>
                <c:pt idx="300">
                  <c:v>7.7</c:v>
                </c:pt>
                <c:pt idx="301">
                  <c:v>7.71</c:v>
                </c:pt>
                <c:pt idx="302">
                  <c:v>9</c:v>
                </c:pt>
                <c:pt idx="303">
                  <c:v>7.18</c:v>
                </c:pt>
                <c:pt idx="304">
                  <c:v>8.25</c:v>
                </c:pt>
                <c:pt idx="305">
                  <c:v>4.3899999999999997</c:v>
                </c:pt>
                <c:pt idx="306">
                  <c:v>6.4</c:v>
                </c:pt>
                <c:pt idx="307">
                  <c:v>8.5</c:v>
                </c:pt>
                <c:pt idx="308">
                  <c:v>3.8</c:v>
                </c:pt>
                <c:pt idx="309">
                  <c:v>9.3000000000000007</c:v>
                </c:pt>
                <c:pt idx="310">
                  <c:v>8.89</c:v>
                </c:pt>
                <c:pt idx="311">
                  <c:v>9.01</c:v>
                </c:pt>
                <c:pt idx="312">
                  <c:v>8.8000000000000007</c:v>
                </c:pt>
                <c:pt idx="313">
                  <c:v>5.56</c:v>
                </c:pt>
                <c:pt idx="314">
                  <c:v>7.99</c:v>
                </c:pt>
                <c:pt idx="315">
                  <c:v>3.6</c:v>
                </c:pt>
                <c:pt idx="316">
                  <c:v>7.8</c:v>
                </c:pt>
                <c:pt idx="317">
                  <c:v>6.9</c:v>
                </c:pt>
                <c:pt idx="318">
                  <c:v>9.3699999999999992</c:v>
                </c:pt>
                <c:pt idx="319">
                  <c:v>6.6</c:v>
                </c:pt>
                <c:pt idx="320">
                  <c:v>8.6999999999999993</c:v>
                </c:pt>
                <c:pt idx="321">
                  <c:v>8.6999999999999993</c:v>
                </c:pt>
                <c:pt idx="322">
                  <c:v>8.9</c:v>
                </c:pt>
                <c:pt idx="323">
                  <c:v>2.9</c:v>
                </c:pt>
                <c:pt idx="324">
                  <c:v>4.9000000000000004</c:v>
                </c:pt>
                <c:pt idx="325">
                  <c:v>7.9</c:v>
                </c:pt>
                <c:pt idx="326">
                  <c:v>8.98</c:v>
                </c:pt>
                <c:pt idx="327">
                  <c:v>5.3</c:v>
                </c:pt>
                <c:pt idx="328">
                  <c:v>3.3</c:v>
                </c:pt>
                <c:pt idx="329">
                  <c:v>6.3</c:v>
                </c:pt>
                <c:pt idx="330">
                  <c:v>8.6</c:v>
                </c:pt>
                <c:pt idx="331">
                  <c:v>5.8</c:v>
                </c:pt>
                <c:pt idx="332">
                  <c:v>6.4</c:v>
                </c:pt>
                <c:pt idx="333">
                  <c:v>7.67</c:v>
                </c:pt>
                <c:pt idx="334">
                  <c:v>4.9000000000000004</c:v>
                </c:pt>
                <c:pt idx="335">
                  <c:v>5</c:v>
                </c:pt>
                <c:pt idx="336">
                  <c:v>8.5</c:v>
                </c:pt>
                <c:pt idx="337">
                  <c:v>3.1</c:v>
                </c:pt>
                <c:pt idx="338">
                  <c:v>3.7</c:v>
                </c:pt>
                <c:pt idx="339">
                  <c:v>8.6999999999999993</c:v>
                </c:pt>
                <c:pt idx="340">
                  <c:v>9.6999999999999993</c:v>
                </c:pt>
                <c:pt idx="341">
                  <c:v>6.5</c:v>
                </c:pt>
                <c:pt idx="342">
                  <c:v>4.4400000000000004</c:v>
                </c:pt>
                <c:pt idx="343">
                  <c:v>8.5</c:v>
                </c:pt>
                <c:pt idx="344">
                  <c:v>8.3000000000000007</c:v>
                </c:pt>
                <c:pt idx="345">
                  <c:v>7.2</c:v>
                </c:pt>
                <c:pt idx="346">
                  <c:v>8.0299999999999994</c:v>
                </c:pt>
                <c:pt idx="347">
                  <c:v>6.1</c:v>
                </c:pt>
                <c:pt idx="348">
                  <c:v>2.9</c:v>
                </c:pt>
                <c:pt idx="349">
                  <c:v>6.8</c:v>
                </c:pt>
                <c:pt idx="350">
                  <c:v>4.5999999999999996</c:v>
                </c:pt>
                <c:pt idx="351">
                  <c:v>4.8</c:v>
                </c:pt>
                <c:pt idx="352">
                  <c:v>8.1</c:v>
                </c:pt>
                <c:pt idx="353">
                  <c:v>9.4</c:v>
                </c:pt>
                <c:pt idx="354">
                  <c:v>9.4</c:v>
                </c:pt>
                <c:pt idx="355">
                  <c:v>8.6</c:v>
                </c:pt>
                <c:pt idx="356">
                  <c:v>9.33</c:v>
                </c:pt>
                <c:pt idx="357">
                  <c:v>7.2</c:v>
                </c:pt>
                <c:pt idx="358">
                  <c:v>7.5</c:v>
                </c:pt>
                <c:pt idx="359">
                  <c:v>3.67</c:v>
                </c:pt>
                <c:pt idx="360">
                  <c:v>7.09</c:v>
                </c:pt>
                <c:pt idx="361">
                  <c:v>7.44</c:v>
                </c:pt>
                <c:pt idx="362">
                  <c:v>7.9</c:v>
                </c:pt>
                <c:pt idx="363">
                  <c:v>9.07</c:v>
                </c:pt>
                <c:pt idx="364">
                  <c:v>3.86</c:v>
                </c:pt>
                <c:pt idx="365">
                  <c:v>4.7</c:v>
                </c:pt>
                <c:pt idx="366">
                  <c:v>7.44</c:v>
                </c:pt>
                <c:pt idx="367">
                  <c:v>8.1</c:v>
                </c:pt>
                <c:pt idx="368">
                  <c:v>8.9</c:v>
                </c:pt>
                <c:pt idx="369">
                  <c:v>6.5</c:v>
                </c:pt>
                <c:pt idx="370">
                  <c:v>8.36</c:v>
                </c:pt>
                <c:pt idx="371">
                  <c:v>6.9</c:v>
                </c:pt>
                <c:pt idx="372">
                  <c:v>8.08</c:v>
                </c:pt>
                <c:pt idx="373">
                  <c:v>8.67</c:v>
                </c:pt>
                <c:pt idx="374">
                  <c:v>3.4</c:v>
                </c:pt>
                <c:pt idx="375">
                  <c:v>4.43</c:v>
                </c:pt>
                <c:pt idx="376">
                  <c:v>9.3699999999999992</c:v>
                </c:pt>
                <c:pt idx="377">
                  <c:v>8.6</c:v>
                </c:pt>
                <c:pt idx="378">
                  <c:v>7.83</c:v>
                </c:pt>
                <c:pt idx="379">
                  <c:v>8.6</c:v>
                </c:pt>
                <c:pt idx="380">
                  <c:v>8.66</c:v>
                </c:pt>
                <c:pt idx="381">
                  <c:v>8.3699999999999992</c:v>
                </c:pt>
                <c:pt idx="382">
                  <c:v>8.6999999999999993</c:v>
                </c:pt>
                <c:pt idx="383">
                  <c:v>7.02</c:v>
                </c:pt>
                <c:pt idx="384">
                  <c:v>8.9</c:v>
                </c:pt>
                <c:pt idx="385">
                  <c:v>9.3000000000000007</c:v>
                </c:pt>
                <c:pt idx="386">
                  <c:v>3.19</c:v>
                </c:pt>
                <c:pt idx="387">
                  <c:v>6.69</c:v>
                </c:pt>
                <c:pt idx="388">
                  <c:v>8.4499999999999993</c:v>
                </c:pt>
                <c:pt idx="389">
                  <c:v>8.1999999999999993</c:v>
                </c:pt>
                <c:pt idx="390">
                  <c:v>8.1999999999999993</c:v>
                </c:pt>
                <c:pt idx="391">
                  <c:v>7.1</c:v>
                </c:pt>
                <c:pt idx="392">
                  <c:v>8.3000000000000007</c:v>
                </c:pt>
                <c:pt idx="393">
                  <c:v>3.5</c:v>
                </c:pt>
                <c:pt idx="394">
                  <c:v>8.2100000000000009</c:v>
                </c:pt>
                <c:pt idx="395">
                  <c:v>4.7</c:v>
                </c:pt>
                <c:pt idx="396">
                  <c:v>7.77</c:v>
                </c:pt>
                <c:pt idx="397">
                  <c:v>6.66</c:v>
                </c:pt>
                <c:pt idx="398">
                  <c:v>7.37</c:v>
                </c:pt>
                <c:pt idx="399">
                  <c:v>8.4</c:v>
                </c:pt>
                <c:pt idx="400">
                  <c:v>8.9</c:v>
                </c:pt>
                <c:pt idx="401">
                  <c:v>8.69</c:v>
                </c:pt>
                <c:pt idx="402">
                  <c:v>8.5</c:v>
                </c:pt>
                <c:pt idx="403">
                  <c:v>9.1</c:v>
                </c:pt>
                <c:pt idx="404">
                  <c:v>7.79</c:v>
                </c:pt>
                <c:pt idx="405">
                  <c:v>9.57</c:v>
                </c:pt>
                <c:pt idx="406">
                  <c:v>2.62</c:v>
                </c:pt>
                <c:pt idx="407">
                  <c:v>5.71</c:v>
                </c:pt>
                <c:pt idx="408">
                  <c:v>8.8000000000000007</c:v>
                </c:pt>
                <c:pt idx="409">
                  <c:v>8.4499999999999993</c:v>
                </c:pt>
                <c:pt idx="410">
                  <c:v>8.14</c:v>
                </c:pt>
                <c:pt idx="411">
                  <c:v>7.9</c:v>
                </c:pt>
                <c:pt idx="412">
                  <c:v>7.5</c:v>
                </c:pt>
                <c:pt idx="413">
                  <c:v>3</c:v>
                </c:pt>
                <c:pt idx="414">
                  <c:v>8.6999999999999993</c:v>
                </c:pt>
                <c:pt idx="415">
                  <c:v>6.34</c:v>
                </c:pt>
                <c:pt idx="416">
                  <c:v>8.4</c:v>
                </c:pt>
                <c:pt idx="417">
                  <c:v>8.4700000000000006</c:v>
                </c:pt>
                <c:pt idx="418">
                  <c:v>7.86</c:v>
                </c:pt>
                <c:pt idx="419">
                  <c:v>8.66</c:v>
                </c:pt>
                <c:pt idx="420">
                  <c:v>8.66</c:v>
                </c:pt>
                <c:pt idx="421">
                  <c:v>2.6</c:v>
                </c:pt>
                <c:pt idx="422">
                  <c:v>8.66</c:v>
                </c:pt>
                <c:pt idx="423">
                  <c:v>9.91</c:v>
                </c:pt>
                <c:pt idx="424">
                  <c:v>6.96</c:v>
                </c:pt>
                <c:pt idx="425">
                  <c:v>8.89</c:v>
                </c:pt>
                <c:pt idx="426">
                  <c:v>7.56</c:v>
                </c:pt>
                <c:pt idx="427">
                  <c:v>6</c:v>
                </c:pt>
                <c:pt idx="428">
                  <c:v>7.9</c:v>
                </c:pt>
                <c:pt idx="429">
                  <c:v>4.53</c:v>
                </c:pt>
                <c:pt idx="430">
                  <c:v>8</c:v>
                </c:pt>
                <c:pt idx="431">
                  <c:v>8.9</c:v>
                </c:pt>
                <c:pt idx="432">
                  <c:v>7.39</c:v>
                </c:pt>
                <c:pt idx="433">
                  <c:v>8.6</c:v>
                </c:pt>
                <c:pt idx="434">
                  <c:v>6.37</c:v>
                </c:pt>
                <c:pt idx="435">
                  <c:v>8.6</c:v>
                </c:pt>
                <c:pt idx="436">
                  <c:v>7.9</c:v>
                </c:pt>
                <c:pt idx="437">
                  <c:v>5.5</c:v>
                </c:pt>
                <c:pt idx="438">
                  <c:v>8</c:v>
                </c:pt>
                <c:pt idx="439">
                  <c:v>9.02</c:v>
                </c:pt>
                <c:pt idx="440">
                  <c:v>9.1</c:v>
                </c:pt>
                <c:pt idx="441">
                  <c:v>8.67</c:v>
                </c:pt>
                <c:pt idx="442">
                  <c:v>8.98</c:v>
                </c:pt>
                <c:pt idx="443">
                  <c:v>8.89</c:v>
                </c:pt>
                <c:pt idx="444">
                  <c:v>8.6999999999999993</c:v>
                </c:pt>
                <c:pt idx="445">
                  <c:v>4.0999999999999996</c:v>
                </c:pt>
                <c:pt idx="446">
                  <c:v>8.9600000000000009</c:v>
                </c:pt>
                <c:pt idx="447">
                  <c:v>8.9</c:v>
                </c:pt>
                <c:pt idx="448">
                  <c:v>8.98</c:v>
                </c:pt>
                <c:pt idx="449">
                  <c:v>3.9</c:v>
                </c:pt>
                <c:pt idx="450">
                  <c:v>8.3000000000000007</c:v>
                </c:pt>
                <c:pt idx="451">
                  <c:v>7.7</c:v>
                </c:pt>
                <c:pt idx="452">
                  <c:v>9.2799999999999994</c:v>
                </c:pt>
                <c:pt idx="453">
                  <c:v>7.2</c:v>
                </c:pt>
                <c:pt idx="454">
                  <c:v>8.4</c:v>
                </c:pt>
                <c:pt idx="455">
                  <c:v>8.3000000000000007</c:v>
                </c:pt>
                <c:pt idx="456">
                  <c:v>7.96</c:v>
                </c:pt>
                <c:pt idx="457">
                  <c:v>9.1</c:v>
                </c:pt>
                <c:pt idx="458">
                  <c:v>8.1999999999999993</c:v>
                </c:pt>
                <c:pt idx="459">
                  <c:v>5.2</c:v>
                </c:pt>
                <c:pt idx="460">
                  <c:v>5.99</c:v>
                </c:pt>
                <c:pt idx="461">
                  <c:v>7.26</c:v>
                </c:pt>
                <c:pt idx="462">
                  <c:v>7.97</c:v>
                </c:pt>
                <c:pt idx="463">
                  <c:v>6.5</c:v>
                </c:pt>
                <c:pt idx="464">
                  <c:v>8.8000000000000007</c:v>
                </c:pt>
                <c:pt idx="465">
                  <c:v>8.7899999999999991</c:v>
                </c:pt>
                <c:pt idx="466">
                  <c:v>9.1999999999999993</c:v>
                </c:pt>
                <c:pt idx="467">
                  <c:v>7.9</c:v>
                </c:pt>
                <c:pt idx="468">
                  <c:v>8.98</c:v>
                </c:pt>
                <c:pt idx="469">
                  <c:v>8.1999999999999993</c:v>
                </c:pt>
                <c:pt idx="470">
                  <c:v>9.3000000000000007</c:v>
                </c:pt>
                <c:pt idx="471">
                  <c:v>8</c:v>
                </c:pt>
                <c:pt idx="472">
                  <c:v>7.9</c:v>
                </c:pt>
                <c:pt idx="473">
                  <c:v>9.67</c:v>
                </c:pt>
                <c:pt idx="474">
                  <c:v>5.7</c:v>
                </c:pt>
                <c:pt idx="475">
                  <c:v>8</c:v>
                </c:pt>
                <c:pt idx="476">
                  <c:v>3.46</c:v>
                </c:pt>
                <c:pt idx="477">
                  <c:v>8.39</c:v>
                </c:pt>
                <c:pt idx="478">
                  <c:v>4.38</c:v>
                </c:pt>
                <c:pt idx="479">
                  <c:v>4.68</c:v>
                </c:pt>
                <c:pt idx="480">
                  <c:v>8.01</c:v>
                </c:pt>
                <c:pt idx="481">
                  <c:v>8.06</c:v>
                </c:pt>
                <c:pt idx="482">
                  <c:v>8</c:v>
                </c:pt>
                <c:pt idx="483">
                  <c:v>8</c:v>
                </c:pt>
                <c:pt idx="484">
                  <c:v>8</c:v>
                </c:pt>
                <c:pt idx="485">
                  <c:v>4.5999999999999996</c:v>
                </c:pt>
                <c:pt idx="486">
                  <c:v>8.9</c:v>
                </c:pt>
                <c:pt idx="487">
                  <c:v>4.0999999999999996</c:v>
                </c:pt>
                <c:pt idx="488">
                  <c:v>8</c:v>
                </c:pt>
                <c:pt idx="489">
                  <c:v>8.9</c:v>
                </c:pt>
                <c:pt idx="490">
                  <c:v>2</c:v>
                </c:pt>
                <c:pt idx="491">
                  <c:v>5</c:v>
                </c:pt>
                <c:pt idx="492">
                  <c:v>4.3</c:v>
                </c:pt>
                <c:pt idx="493">
                  <c:v>7.8</c:v>
                </c:pt>
                <c:pt idx="494">
                  <c:v>7.9</c:v>
                </c:pt>
                <c:pt idx="495">
                  <c:v>6.3</c:v>
                </c:pt>
                <c:pt idx="496">
                  <c:v>8.66</c:v>
                </c:pt>
                <c:pt idx="497">
                  <c:v>7</c:v>
                </c:pt>
                <c:pt idx="498">
                  <c:v>9.3000000000000007</c:v>
                </c:pt>
                <c:pt idx="499">
                  <c:v>7.47</c:v>
                </c:pt>
                <c:pt idx="500">
                  <c:v>8.9</c:v>
                </c:pt>
                <c:pt idx="501">
                  <c:v>8.2899999999999991</c:v>
                </c:pt>
                <c:pt idx="502">
                  <c:v>8.1999999999999993</c:v>
                </c:pt>
                <c:pt idx="503">
                  <c:v>8.3800000000000008</c:v>
                </c:pt>
                <c:pt idx="504">
                  <c:v>6.6</c:v>
                </c:pt>
                <c:pt idx="505">
                  <c:v>8.9</c:v>
                </c:pt>
                <c:pt idx="506">
                  <c:v>7.86</c:v>
                </c:pt>
                <c:pt idx="507">
                  <c:v>8</c:v>
                </c:pt>
                <c:pt idx="508">
                  <c:v>9</c:v>
                </c:pt>
                <c:pt idx="509">
                  <c:v>8.6999999999999993</c:v>
                </c:pt>
                <c:pt idx="510">
                  <c:v>8.5</c:v>
                </c:pt>
                <c:pt idx="511">
                  <c:v>9</c:v>
                </c:pt>
                <c:pt idx="512">
                  <c:v>3.7</c:v>
                </c:pt>
                <c:pt idx="513">
                  <c:v>7.6</c:v>
                </c:pt>
                <c:pt idx="514">
                  <c:v>8.44</c:v>
                </c:pt>
                <c:pt idx="515">
                  <c:v>8.4</c:v>
                </c:pt>
                <c:pt idx="516">
                  <c:v>4.3</c:v>
                </c:pt>
                <c:pt idx="517">
                  <c:v>8.08</c:v>
                </c:pt>
                <c:pt idx="518">
                  <c:v>7.66</c:v>
                </c:pt>
                <c:pt idx="519">
                  <c:v>7.9</c:v>
                </c:pt>
                <c:pt idx="520">
                  <c:v>9.18</c:v>
                </c:pt>
                <c:pt idx="521">
                  <c:v>3.38</c:v>
                </c:pt>
                <c:pt idx="522">
                  <c:v>6.66</c:v>
                </c:pt>
                <c:pt idx="523">
                  <c:v>7.1</c:v>
                </c:pt>
                <c:pt idx="524">
                  <c:v>5.3</c:v>
                </c:pt>
                <c:pt idx="525">
                  <c:v>8</c:v>
                </c:pt>
                <c:pt idx="526">
                  <c:v>7.7</c:v>
                </c:pt>
                <c:pt idx="527">
                  <c:v>8.69</c:v>
                </c:pt>
                <c:pt idx="528">
                  <c:v>8.9600000000000009</c:v>
                </c:pt>
                <c:pt idx="529">
                  <c:v>8.9</c:v>
                </c:pt>
                <c:pt idx="530">
                  <c:v>2.4</c:v>
                </c:pt>
                <c:pt idx="531">
                  <c:v>8.3000000000000007</c:v>
                </c:pt>
                <c:pt idx="532">
                  <c:v>8.1999999999999993</c:v>
                </c:pt>
                <c:pt idx="533">
                  <c:v>8.4600000000000009</c:v>
                </c:pt>
                <c:pt idx="534">
                  <c:v>7.95</c:v>
                </c:pt>
                <c:pt idx="535">
                  <c:v>7.4</c:v>
                </c:pt>
                <c:pt idx="536">
                  <c:v>9.1999999999999993</c:v>
                </c:pt>
                <c:pt idx="537">
                  <c:v>9.39</c:v>
                </c:pt>
                <c:pt idx="538">
                  <c:v>8.3000000000000007</c:v>
                </c:pt>
                <c:pt idx="539">
                  <c:v>9.1999999999999993</c:v>
                </c:pt>
                <c:pt idx="540">
                  <c:v>7.8</c:v>
                </c:pt>
                <c:pt idx="541">
                  <c:v>8.68</c:v>
                </c:pt>
                <c:pt idx="542">
                  <c:v>7.48</c:v>
                </c:pt>
                <c:pt idx="543">
                  <c:v>7.76</c:v>
                </c:pt>
                <c:pt idx="544">
                  <c:v>7.3</c:v>
                </c:pt>
                <c:pt idx="545">
                  <c:v>7.9</c:v>
                </c:pt>
                <c:pt idx="546">
                  <c:v>7.6</c:v>
                </c:pt>
                <c:pt idx="547">
                  <c:v>9.3000000000000007</c:v>
                </c:pt>
                <c:pt idx="548">
                  <c:v>9.18</c:v>
                </c:pt>
                <c:pt idx="549">
                  <c:v>3</c:v>
                </c:pt>
                <c:pt idx="550">
                  <c:v>3.7</c:v>
                </c:pt>
                <c:pt idx="551">
                  <c:v>6.8</c:v>
                </c:pt>
                <c:pt idx="552">
                  <c:v>7.32</c:v>
                </c:pt>
                <c:pt idx="553">
                  <c:v>3.6</c:v>
                </c:pt>
                <c:pt idx="554">
                  <c:v>8.77</c:v>
                </c:pt>
                <c:pt idx="555">
                  <c:v>8.6999999999999993</c:v>
                </c:pt>
                <c:pt idx="556">
                  <c:v>7.87</c:v>
                </c:pt>
                <c:pt idx="557">
                  <c:v>8.26</c:v>
                </c:pt>
                <c:pt idx="558">
                  <c:v>2.8</c:v>
                </c:pt>
                <c:pt idx="559">
                  <c:v>7.7</c:v>
                </c:pt>
                <c:pt idx="560">
                  <c:v>8.6</c:v>
                </c:pt>
                <c:pt idx="561">
                  <c:v>8.6</c:v>
                </c:pt>
                <c:pt idx="562">
                  <c:v>7.6</c:v>
                </c:pt>
                <c:pt idx="563">
                  <c:v>8.9</c:v>
                </c:pt>
                <c:pt idx="564">
                  <c:v>8.4</c:v>
                </c:pt>
                <c:pt idx="565">
                  <c:v>7.9</c:v>
                </c:pt>
                <c:pt idx="566">
                  <c:v>8.6999999999999993</c:v>
                </c:pt>
                <c:pt idx="567">
                  <c:v>7.5</c:v>
                </c:pt>
                <c:pt idx="568">
                  <c:v>8.9</c:v>
                </c:pt>
                <c:pt idx="569">
                  <c:v>9.15</c:v>
                </c:pt>
                <c:pt idx="570">
                  <c:v>4.7</c:v>
                </c:pt>
                <c:pt idx="571">
                  <c:v>3.5</c:v>
                </c:pt>
                <c:pt idx="572">
                  <c:v>9.3000000000000007</c:v>
                </c:pt>
                <c:pt idx="573">
                  <c:v>7.7</c:v>
                </c:pt>
                <c:pt idx="574">
                  <c:v>5.7</c:v>
                </c:pt>
                <c:pt idx="575">
                  <c:v>6.6</c:v>
                </c:pt>
                <c:pt idx="576">
                  <c:v>8.3000000000000007</c:v>
                </c:pt>
                <c:pt idx="577">
                  <c:v>7</c:v>
                </c:pt>
                <c:pt idx="578">
                  <c:v>1</c:v>
                </c:pt>
                <c:pt idx="579">
                  <c:v>6.05</c:v>
                </c:pt>
                <c:pt idx="580">
                  <c:v>3.67</c:v>
                </c:pt>
                <c:pt idx="581">
                  <c:v>7.9</c:v>
                </c:pt>
                <c:pt idx="582">
                  <c:v>9.1999999999999993</c:v>
                </c:pt>
                <c:pt idx="583">
                  <c:v>4.9000000000000004</c:v>
                </c:pt>
                <c:pt idx="584">
                  <c:v>8.1999999999999993</c:v>
                </c:pt>
                <c:pt idx="585">
                  <c:v>7.24</c:v>
                </c:pt>
                <c:pt idx="586">
                  <c:v>9</c:v>
                </c:pt>
                <c:pt idx="587">
                  <c:v>4</c:v>
                </c:pt>
                <c:pt idx="588">
                  <c:v>8.33</c:v>
                </c:pt>
                <c:pt idx="589">
                  <c:v>8.3000000000000007</c:v>
                </c:pt>
                <c:pt idx="590">
                  <c:v>8.8000000000000007</c:v>
                </c:pt>
                <c:pt idx="591">
                  <c:v>8</c:v>
                </c:pt>
                <c:pt idx="592">
                  <c:v>8.66</c:v>
                </c:pt>
                <c:pt idx="593">
                  <c:v>3.06</c:v>
                </c:pt>
                <c:pt idx="594">
                  <c:v>8.6</c:v>
                </c:pt>
                <c:pt idx="595">
                  <c:v>3.6</c:v>
                </c:pt>
                <c:pt idx="596">
                  <c:v>8.6</c:v>
                </c:pt>
                <c:pt idx="597">
                  <c:v>7.1</c:v>
                </c:pt>
                <c:pt idx="598">
                  <c:v>6.78</c:v>
                </c:pt>
                <c:pt idx="599">
                  <c:v>7.4</c:v>
                </c:pt>
                <c:pt idx="600">
                  <c:v>3.17</c:v>
                </c:pt>
                <c:pt idx="601">
                  <c:v>8.1999999999999993</c:v>
                </c:pt>
                <c:pt idx="602">
                  <c:v>2.6</c:v>
                </c:pt>
                <c:pt idx="603">
                  <c:v>6.5</c:v>
                </c:pt>
                <c:pt idx="604">
                  <c:v>9</c:v>
                </c:pt>
                <c:pt idx="605">
                  <c:v>8.5</c:v>
                </c:pt>
                <c:pt idx="606">
                  <c:v>8.06</c:v>
                </c:pt>
                <c:pt idx="607">
                  <c:v>7.9</c:v>
                </c:pt>
                <c:pt idx="608">
                  <c:v>8.67</c:v>
                </c:pt>
                <c:pt idx="609">
                  <c:v>3.4</c:v>
                </c:pt>
                <c:pt idx="610">
                  <c:v>3.15</c:v>
                </c:pt>
                <c:pt idx="611">
                  <c:v>6.9</c:v>
                </c:pt>
                <c:pt idx="612">
                  <c:v>7.26</c:v>
                </c:pt>
                <c:pt idx="613">
                  <c:v>7.9</c:v>
                </c:pt>
                <c:pt idx="614">
                  <c:v>3.8</c:v>
                </c:pt>
                <c:pt idx="615">
                  <c:v>2.86</c:v>
                </c:pt>
                <c:pt idx="616">
                  <c:v>8.1</c:v>
                </c:pt>
                <c:pt idx="617">
                  <c:v>8.2799999999999994</c:v>
                </c:pt>
                <c:pt idx="618">
                  <c:v>8.1999999999999993</c:v>
                </c:pt>
                <c:pt idx="619">
                  <c:v>2.7</c:v>
                </c:pt>
                <c:pt idx="620">
                  <c:v>8.86</c:v>
                </c:pt>
                <c:pt idx="621">
                  <c:v>5.8</c:v>
                </c:pt>
                <c:pt idx="622">
                  <c:v>7.6</c:v>
                </c:pt>
                <c:pt idx="623">
                  <c:v>8.76</c:v>
                </c:pt>
                <c:pt idx="624">
                  <c:v>2.8</c:v>
                </c:pt>
                <c:pt idx="625">
                  <c:v>7.9</c:v>
                </c:pt>
                <c:pt idx="626">
                  <c:v>8.16</c:v>
                </c:pt>
                <c:pt idx="627">
                  <c:v>3.73</c:v>
                </c:pt>
                <c:pt idx="628">
                  <c:v>3.34</c:v>
                </c:pt>
                <c:pt idx="629">
                  <c:v>7.9</c:v>
                </c:pt>
                <c:pt idx="630">
                  <c:v>5.8</c:v>
                </c:pt>
                <c:pt idx="631">
                  <c:v>8.36</c:v>
                </c:pt>
                <c:pt idx="632">
                  <c:v>9.1999999999999993</c:v>
                </c:pt>
                <c:pt idx="633">
                  <c:v>6.3</c:v>
                </c:pt>
                <c:pt idx="634">
                  <c:v>8.5</c:v>
                </c:pt>
                <c:pt idx="635">
                  <c:v>8.6</c:v>
                </c:pt>
                <c:pt idx="636">
                  <c:v>8.89</c:v>
                </c:pt>
                <c:pt idx="637">
                  <c:v>9.3000000000000007</c:v>
                </c:pt>
                <c:pt idx="638">
                  <c:v>9.58</c:v>
                </c:pt>
                <c:pt idx="639">
                  <c:v>9.6999999999999993</c:v>
                </c:pt>
                <c:pt idx="640">
                  <c:v>3.8</c:v>
                </c:pt>
                <c:pt idx="641">
                  <c:v>4.0999999999999996</c:v>
                </c:pt>
                <c:pt idx="642">
                  <c:v>8.3000000000000007</c:v>
                </c:pt>
                <c:pt idx="643">
                  <c:v>8.67</c:v>
                </c:pt>
                <c:pt idx="644">
                  <c:v>9.5</c:v>
                </c:pt>
                <c:pt idx="645">
                  <c:v>8.67</c:v>
                </c:pt>
                <c:pt idx="646">
                  <c:v>5.7</c:v>
                </c:pt>
                <c:pt idx="647">
                  <c:v>8.6999999999999993</c:v>
                </c:pt>
                <c:pt idx="648">
                  <c:v>9.2200000000000006</c:v>
                </c:pt>
                <c:pt idx="649">
                  <c:v>2.9</c:v>
                </c:pt>
                <c:pt idx="650">
                  <c:v>8.5</c:v>
                </c:pt>
                <c:pt idx="651">
                  <c:v>3.2</c:v>
                </c:pt>
                <c:pt idx="652">
                  <c:v>8.99</c:v>
                </c:pt>
                <c:pt idx="653">
                  <c:v>8.6</c:v>
                </c:pt>
                <c:pt idx="654">
                  <c:v>7.88</c:v>
                </c:pt>
                <c:pt idx="655">
                  <c:v>8.18</c:v>
                </c:pt>
                <c:pt idx="656">
                  <c:v>8.84</c:v>
                </c:pt>
                <c:pt idx="657">
                  <c:v>8.1999999999999993</c:v>
                </c:pt>
                <c:pt idx="658">
                  <c:v>8.5</c:v>
                </c:pt>
                <c:pt idx="659">
                  <c:v>8</c:v>
                </c:pt>
                <c:pt idx="660">
                  <c:v>8.77</c:v>
                </c:pt>
                <c:pt idx="661">
                  <c:v>9.6</c:v>
                </c:pt>
                <c:pt idx="662">
                  <c:v>8.18</c:v>
                </c:pt>
                <c:pt idx="663">
                  <c:v>8.0500000000000007</c:v>
                </c:pt>
                <c:pt idx="664">
                  <c:v>9.1999999999999993</c:v>
                </c:pt>
                <c:pt idx="665">
                  <c:v>2.9</c:v>
                </c:pt>
                <c:pt idx="666">
                  <c:v>8</c:v>
                </c:pt>
                <c:pt idx="667">
                  <c:v>8.9</c:v>
                </c:pt>
                <c:pt idx="668">
                  <c:v>8.36</c:v>
                </c:pt>
                <c:pt idx="669">
                  <c:v>9.26</c:v>
                </c:pt>
                <c:pt idx="670">
                  <c:v>7.76</c:v>
                </c:pt>
                <c:pt idx="671">
                  <c:v>7.9</c:v>
                </c:pt>
                <c:pt idx="672">
                  <c:v>3.49</c:v>
                </c:pt>
                <c:pt idx="673">
                  <c:v>9.1300000000000008</c:v>
                </c:pt>
                <c:pt idx="674">
                  <c:v>2.6</c:v>
                </c:pt>
                <c:pt idx="675">
                  <c:v>3</c:v>
                </c:pt>
                <c:pt idx="676">
                  <c:v>8.3000000000000007</c:v>
                </c:pt>
                <c:pt idx="677">
                  <c:v>8.1300000000000008</c:v>
                </c:pt>
                <c:pt idx="678">
                  <c:v>3.16</c:v>
                </c:pt>
                <c:pt idx="679">
                  <c:v>8.14</c:v>
                </c:pt>
                <c:pt idx="680">
                  <c:v>3.9</c:v>
                </c:pt>
                <c:pt idx="681">
                  <c:v>8.91</c:v>
                </c:pt>
                <c:pt idx="682">
                  <c:v>2.68</c:v>
                </c:pt>
                <c:pt idx="683">
                  <c:v>2.5</c:v>
                </c:pt>
                <c:pt idx="684">
                  <c:v>3.7</c:v>
                </c:pt>
                <c:pt idx="685">
                  <c:v>5.0999999999999996</c:v>
                </c:pt>
                <c:pt idx="686">
                  <c:v>8.5</c:v>
                </c:pt>
                <c:pt idx="687">
                  <c:v>9.5</c:v>
                </c:pt>
                <c:pt idx="688">
                  <c:v>7.3</c:v>
                </c:pt>
                <c:pt idx="689">
                  <c:v>5.52</c:v>
                </c:pt>
                <c:pt idx="690">
                  <c:v>8.5</c:v>
                </c:pt>
                <c:pt idx="691">
                  <c:v>8.7799999999999994</c:v>
                </c:pt>
                <c:pt idx="692">
                  <c:v>9.3000000000000007</c:v>
                </c:pt>
                <c:pt idx="693">
                  <c:v>9.8000000000000007</c:v>
                </c:pt>
                <c:pt idx="694">
                  <c:v>7.8</c:v>
                </c:pt>
                <c:pt idx="695">
                  <c:v>8.4600000000000009</c:v>
                </c:pt>
                <c:pt idx="696">
                  <c:v>5.3</c:v>
                </c:pt>
                <c:pt idx="697">
                  <c:v>8.39</c:v>
                </c:pt>
                <c:pt idx="698">
                  <c:v>9.15</c:v>
                </c:pt>
                <c:pt idx="699">
                  <c:v>8.19</c:v>
                </c:pt>
                <c:pt idx="700">
                  <c:v>8.8000000000000007</c:v>
                </c:pt>
                <c:pt idx="701">
                  <c:v>7.97</c:v>
                </c:pt>
                <c:pt idx="702">
                  <c:v>5.7</c:v>
                </c:pt>
                <c:pt idx="703">
                  <c:v>2.78</c:v>
                </c:pt>
                <c:pt idx="704">
                  <c:v>6.9</c:v>
                </c:pt>
                <c:pt idx="705">
                  <c:v>7.8</c:v>
                </c:pt>
                <c:pt idx="706">
                  <c:v>7.38</c:v>
                </c:pt>
                <c:pt idx="707">
                  <c:v>9.4</c:v>
                </c:pt>
                <c:pt idx="708">
                  <c:v>7.16</c:v>
                </c:pt>
                <c:pt idx="709">
                  <c:v>8.1</c:v>
                </c:pt>
                <c:pt idx="710">
                  <c:v>9.09</c:v>
                </c:pt>
                <c:pt idx="711">
                  <c:v>8.9</c:v>
                </c:pt>
                <c:pt idx="712">
                  <c:v>9.5</c:v>
                </c:pt>
                <c:pt idx="713">
                  <c:v>9.3000000000000007</c:v>
                </c:pt>
                <c:pt idx="714">
                  <c:v>7.7</c:v>
                </c:pt>
                <c:pt idx="715">
                  <c:v>3.5</c:v>
                </c:pt>
                <c:pt idx="716">
                  <c:v>7.5</c:v>
                </c:pt>
                <c:pt idx="717">
                  <c:v>8.35</c:v>
                </c:pt>
                <c:pt idx="718">
                  <c:v>7.66</c:v>
                </c:pt>
                <c:pt idx="719">
                  <c:v>7.16</c:v>
                </c:pt>
                <c:pt idx="720">
                  <c:v>7.85</c:v>
                </c:pt>
                <c:pt idx="721">
                  <c:v>8.3000000000000007</c:v>
                </c:pt>
                <c:pt idx="722">
                  <c:v>8.1</c:v>
                </c:pt>
                <c:pt idx="723">
                  <c:v>8.9</c:v>
                </c:pt>
                <c:pt idx="724">
                  <c:v>7.8</c:v>
                </c:pt>
                <c:pt idx="725">
                  <c:v>2.9</c:v>
                </c:pt>
                <c:pt idx="726">
                  <c:v>8.6999999999999993</c:v>
                </c:pt>
                <c:pt idx="727">
                  <c:v>7.07</c:v>
                </c:pt>
                <c:pt idx="728">
                  <c:v>7.9</c:v>
                </c:pt>
                <c:pt idx="729">
                  <c:v>9.56</c:v>
                </c:pt>
                <c:pt idx="730">
                  <c:v>7.73</c:v>
                </c:pt>
                <c:pt idx="731">
                  <c:v>8.42</c:v>
                </c:pt>
                <c:pt idx="732">
                  <c:v>8.66</c:v>
                </c:pt>
                <c:pt idx="733">
                  <c:v>7.5</c:v>
                </c:pt>
                <c:pt idx="734">
                  <c:v>7.87</c:v>
                </c:pt>
                <c:pt idx="735">
                  <c:v>7.9</c:v>
                </c:pt>
                <c:pt idx="736">
                  <c:v>8</c:v>
                </c:pt>
                <c:pt idx="737">
                  <c:v>7.98</c:v>
                </c:pt>
                <c:pt idx="738">
                  <c:v>7.6</c:v>
                </c:pt>
                <c:pt idx="739">
                  <c:v>8.1999999999999993</c:v>
                </c:pt>
                <c:pt idx="740">
                  <c:v>7.2</c:v>
                </c:pt>
                <c:pt idx="741">
                  <c:v>8.26</c:v>
                </c:pt>
                <c:pt idx="742">
                  <c:v>8.4</c:v>
                </c:pt>
                <c:pt idx="743">
                  <c:v>7.97</c:v>
                </c:pt>
                <c:pt idx="744">
                  <c:v>6.96</c:v>
                </c:pt>
                <c:pt idx="745">
                  <c:v>7.26</c:v>
                </c:pt>
                <c:pt idx="746">
                  <c:v>4.74</c:v>
                </c:pt>
                <c:pt idx="747">
                  <c:v>8.6999999999999993</c:v>
                </c:pt>
                <c:pt idx="748">
                  <c:v>4.9000000000000004</c:v>
                </c:pt>
                <c:pt idx="749">
                  <c:v>8.8000000000000007</c:v>
                </c:pt>
                <c:pt idx="750">
                  <c:v>3.3</c:v>
                </c:pt>
                <c:pt idx="751">
                  <c:v>3.4</c:v>
                </c:pt>
                <c:pt idx="752">
                  <c:v>3</c:v>
                </c:pt>
                <c:pt idx="753">
                  <c:v>4.96</c:v>
                </c:pt>
                <c:pt idx="754">
                  <c:v>8</c:v>
                </c:pt>
                <c:pt idx="755">
                  <c:v>7.9</c:v>
                </c:pt>
                <c:pt idx="756">
                  <c:v>8.0299999999999994</c:v>
                </c:pt>
                <c:pt idx="757">
                  <c:v>9.1999999999999993</c:v>
                </c:pt>
                <c:pt idx="758">
                  <c:v>9.09</c:v>
                </c:pt>
                <c:pt idx="759">
                  <c:v>8.8000000000000007</c:v>
                </c:pt>
                <c:pt idx="760">
                  <c:v>8.8000000000000007</c:v>
                </c:pt>
                <c:pt idx="761">
                  <c:v>7.65</c:v>
                </c:pt>
                <c:pt idx="762">
                  <c:v>7.49</c:v>
                </c:pt>
                <c:pt idx="763">
                  <c:v>4.2</c:v>
                </c:pt>
                <c:pt idx="764">
                  <c:v>8.7899999999999991</c:v>
                </c:pt>
                <c:pt idx="765">
                  <c:v>8.4700000000000006</c:v>
                </c:pt>
                <c:pt idx="766">
                  <c:v>2.88</c:v>
                </c:pt>
                <c:pt idx="767">
                  <c:v>7.1</c:v>
                </c:pt>
                <c:pt idx="768">
                  <c:v>8.5</c:v>
                </c:pt>
                <c:pt idx="769">
                  <c:v>9.08</c:v>
                </c:pt>
                <c:pt idx="770">
                  <c:v>6.47</c:v>
                </c:pt>
                <c:pt idx="771">
                  <c:v>9.34</c:v>
                </c:pt>
                <c:pt idx="772">
                  <c:v>8.3000000000000007</c:v>
                </c:pt>
                <c:pt idx="773">
                  <c:v>10</c:v>
                </c:pt>
                <c:pt idx="774">
                  <c:v>3.97</c:v>
                </c:pt>
                <c:pt idx="775">
                  <c:v>8.57</c:v>
                </c:pt>
                <c:pt idx="776">
                  <c:v>7.8</c:v>
                </c:pt>
                <c:pt idx="777">
                  <c:v>9</c:v>
                </c:pt>
                <c:pt idx="778">
                  <c:v>9.56</c:v>
                </c:pt>
                <c:pt idx="779">
                  <c:v>7.98</c:v>
                </c:pt>
                <c:pt idx="780">
                  <c:v>7.23</c:v>
                </c:pt>
                <c:pt idx="781">
                  <c:v>5</c:v>
                </c:pt>
                <c:pt idx="782">
                  <c:v>5.7</c:v>
                </c:pt>
                <c:pt idx="783">
                  <c:v>7.8</c:v>
                </c:pt>
                <c:pt idx="784">
                  <c:v>8.6999999999999993</c:v>
                </c:pt>
                <c:pt idx="785">
                  <c:v>9</c:v>
                </c:pt>
                <c:pt idx="786">
                  <c:v>8.4</c:v>
                </c:pt>
                <c:pt idx="787">
                  <c:v>8.5</c:v>
                </c:pt>
                <c:pt idx="788">
                  <c:v>8.25</c:v>
                </c:pt>
                <c:pt idx="789">
                  <c:v>2.68</c:v>
                </c:pt>
                <c:pt idx="790">
                  <c:v>3.46</c:v>
                </c:pt>
                <c:pt idx="791">
                  <c:v>5</c:v>
                </c:pt>
                <c:pt idx="792">
                  <c:v>8.7799999999999994</c:v>
                </c:pt>
                <c:pt idx="793">
                  <c:v>8.1999999999999993</c:v>
                </c:pt>
                <c:pt idx="794">
                  <c:v>7.78</c:v>
                </c:pt>
                <c:pt idx="795">
                  <c:v>4.5</c:v>
                </c:pt>
                <c:pt idx="796">
                  <c:v>3</c:v>
                </c:pt>
                <c:pt idx="797">
                  <c:v>3.6</c:v>
                </c:pt>
                <c:pt idx="798">
                  <c:v>4.0999999999999996</c:v>
                </c:pt>
                <c:pt idx="799">
                  <c:v>3.8</c:v>
                </c:pt>
                <c:pt idx="800">
                  <c:v>4.9000000000000004</c:v>
                </c:pt>
                <c:pt idx="801">
                  <c:v>8.1999999999999993</c:v>
                </c:pt>
                <c:pt idx="802">
                  <c:v>9.1999999999999993</c:v>
                </c:pt>
                <c:pt idx="803">
                  <c:v>4.7</c:v>
                </c:pt>
                <c:pt idx="804">
                  <c:v>9.3000000000000007</c:v>
                </c:pt>
                <c:pt idx="805">
                  <c:v>8.9</c:v>
                </c:pt>
                <c:pt idx="806">
                  <c:v>7.7</c:v>
                </c:pt>
                <c:pt idx="807">
                  <c:v>8.9</c:v>
                </c:pt>
                <c:pt idx="808">
                  <c:v>5.4</c:v>
                </c:pt>
                <c:pt idx="809">
                  <c:v>7.4</c:v>
                </c:pt>
                <c:pt idx="810">
                  <c:v>6.76</c:v>
                </c:pt>
                <c:pt idx="811">
                  <c:v>7.5</c:v>
                </c:pt>
                <c:pt idx="812">
                  <c:v>8</c:v>
                </c:pt>
                <c:pt idx="813">
                  <c:v>3.21</c:v>
                </c:pt>
                <c:pt idx="814">
                  <c:v>8.4</c:v>
                </c:pt>
                <c:pt idx="815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8D0-1F45-BC2D-A6046FEDD438}"/>
            </c:ext>
          </c:extLst>
        </c:ser>
        <c:ser>
          <c:idx val="2"/>
          <c:order val="2"/>
          <c:tx>
            <c:strRef>
              <c:f>Sheet1!$B$1221</c:f>
              <c:strCache>
                <c:ptCount val="1"/>
                <c:pt idx="0">
                  <c:v>נקודה עשרונית חסרה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0B6AA8"/>
              </a:solidFill>
              <a:ln>
                <a:noFill/>
              </a:ln>
            </c:spPr>
          </c:marker>
          <c:xVal>
            <c:numRef>
              <c:f>Sheet1!$A$1222:$A$1443</c:f>
              <c:numCache>
                <c:formatCode>General</c:formatCode>
                <c:ptCount val="222"/>
                <c:pt idx="0">
                  <c:v>37</c:v>
                </c:pt>
                <c:pt idx="1">
                  <c:v>31.14</c:v>
                </c:pt>
                <c:pt idx="2">
                  <c:v>15.57</c:v>
                </c:pt>
                <c:pt idx="3">
                  <c:v>28.86</c:v>
                </c:pt>
                <c:pt idx="4">
                  <c:v>32.43</c:v>
                </c:pt>
                <c:pt idx="5">
                  <c:v>35.29</c:v>
                </c:pt>
                <c:pt idx="6">
                  <c:v>36.86</c:v>
                </c:pt>
                <c:pt idx="7">
                  <c:v>33.57</c:v>
                </c:pt>
                <c:pt idx="8">
                  <c:v>18.86</c:v>
                </c:pt>
                <c:pt idx="9">
                  <c:v>36.86</c:v>
                </c:pt>
                <c:pt idx="10">
                  <c:v>33</c:v>
                </c:pt>
                <c:pt idx="11">
                  <c:v>35.29</c:v>
                </c:pt>
                <c:pt idx="12">
                  <c:v>24.14</c:v>
                </c:pt>
                <c:pt idx="13">
                  <c:v>37.14</c:v>
                </c:pt>
                <c:pt idx="14">
                  <c:v>37</c:v>
                </c:pt>
                <c:pt idx="15">
                  <c:v>24</c:v>
                </c:pt>
                <c:pt idx="16">
                  <c:v>35.43</c:v>
                </c:pt>
                <c:pt idx="17">
                  <c:v>36.14</c:v>
                </c:pt>
                <c:pt idx="18">
                  <c:v>15.57</c:v>
                </c:pt>
                <c:pt idx="19">
                  <c:v>31.14</c:v>
                </c:pt>
                <c:pt idx="20">
                  <c:v>33.43</c:v>
                </c:pt>
                <c:pt idx="21">
                  <c:v>36.71</c:v>
                </c:pt>
                <c:pt idx="22">
                  <c:v>15</c:v>
                </c:pt>
                <c:pt idx="23">
                  <c:v>32.71</c:v>
                </c:pt>
                <c:pt idx="24">
                  <c:v>31.14</c:v>
                </c:pt>
                <c:pt idx="25">
                  <c:v>30.86</c:v>
                </c:pt>
                <c:pt idx="26">
                  <c:v>35.14</c:v>
                </c:pt>
                <c:pt idx="27">
                  <c:v>31</c:v>
                </c:pt>
                <c:pt idx="28">
                  <c:v>34.14</c:v>
                </c:pt>
                <c:pt idx="29">
                  <c:v>31.57</c:v>
                </c:pt>
                <c:pt idx="30">
                  <c:v>15.71</c:v>
                </c:pt>
                <c:pt idx="31">
                  <c:v>31.71</c:v>
                </c:pt>
                <c:pt idx="32">
                  <c:v>23.43</c:v>
                </c:pt>
                <c:pt idx="33">
                  <c:v>37.71</c:v>
                </c:pt>
                <c:pt idx="34">
                  <c:v>19.71</c:v>
                </c:pt>
                <c:pt idx="35">
                  <c:v>30.29</c:v>
                </c:pt>
                <c:pt idx="36">
                  <c:v>38</c:v>
                </c:pt>
                <c:pt idx="37">
                  <c:v>36.57</c:v>
                </c:pt>
                <c:pt idx="38">
                  <c:v>31.86</c:v>
                </c:pt>
                <c:pt idx="39">
                  <c:v>16.71</c:v>
                </c:pt>
                <c:pt idx="40">
                  <c:v>19.57</c:v>
                </c:pt>
                <c:pt idx="41">
                  <c:v>30</c:v>
                </c:pt>
                <c:pt idx="42">
                  <c:v>22.43</c:v>
                </c:pt>
                <c:pt idx="43">
                  <c:v>32.14</c:v>
                </c:pt>
                <c:pt idx="44">
                  <c:v>31</c:v>
                </c:pt>
                <c:pt idx="45">
                  <c:v>28</c:v>
                </c:pt>
                <c:pt idx="46">
                  <c:v>28.14</c:v>
                </c:pt>
                <c:pt idx="47">
                  <c:v>30</c:v>
                </c:pt>
                <c:pt idx="48">
                  <c:v>35.43</c:v>
                </c:pt>
                <c:pt idx="49">
                  <c:v>18</c:v>
                </c:pt>
                <c:pt idx="50">
                  <c:v>26.86</c:v>
                </c:pt>
                <c:pt idx="51">
                  <c:v>33.86</c:v>
                </c:pt>
                <c:pt idx="52">
                  <c:v>37.71</c:v>
                </c:pt>
                <c:pt idx="53">
                  <c:v>33.57</c:v>
                </c:pt>
                <c:pt idx="54">
                  <c:v>38.86</c:v>
                </c:pt>
                <c:pt idx="55">
                  <c:v>33.29</c:v>
                </c:pt>
                <c:pt idx="56">
                  <c:v>31</c:v>
                </c:pt>
                <c:pt idx="57">
                  <c:v>31</c:v>
                </c:pt>
                <c:pt idx="58">
                  <c:v>39</c:v>
                </c:pt>
                <c:pt idx="59">
                  <c:v>30.43</c:v>
                </c:pt>
                <c:pt idx="60">
                  <c:v>29.29</c:v>
                </c:pt>
                <c:pt idx="61">
                  <c:v>35.57</c:v>
                </c:pt>
                <c:pt idx="62">
                  <c:v>31.29</c:v>
                </c:pt>
                <c:pt idx="63">
                  <c:v>24.14</c:v>
                </c:pt>
                <c:pt idx="64">
                  <c:v>36.14</c:v>
                </c:pt>
                <c:pt idx="65">
                  <c:v>34.71</c:v>
                </c:pt>
                <c:pt idx="66">
                  <c:v>21.86</c:v>
                </c:pt>
                <c:pt idx="67">
                  <c:v>32</c:v>
                </c:pt>
                <c:pt idx="68">
                  <c:v>30.29</c:v>
                </c:pt>
                <c:pt idx="69">
                  <c:v>30.57</c:v>
                </c:pt>
                <c:pt idx="70">
                  <c:v>30</c:v>
                </c:pt>
                <c:pt idx="71">
                  <c:v>30.14</c:v>
                </c:pt>
                <c:pt idx="72">
                  <c:v>36.71</c:v>
                </c:pt>
                <c:pt idx="73">
                  <c:v>37.71</c:v>
                </c:pt>
                <c:pt idx="74">
                  <c:v>33.86</c:v>
                </c:pt>
                <c:pt idx="75">
                  <c:v>38.86</c:v>
                </c:pt>
                <c:pt idx="76">
                  <c:v>30.86</c:v>
                </c:pt>
                <c:pt idx="77">
                  <c:v>17</c:v>
                </c:pt>
                <c:pt idx="78">
                  <c:v>37.86</c:v>
                </c:pt>
                <c:pt idx="79">
                  <c:v>38.86</c:v>
                </c:pt>
                <c:pt idx="80">
                  <c:v>38.86</c:v>
                </c:pt>
                <c:pt idx="81">
                  <c:v>33.86</c:v>
                </c:pt>
                <c:pt idx="82">
                  <c:v>34.71</c:v>
                </c:pt>
                <c:pt idx="83">
                  <c:v>36.71</c:v>
                </c:pt>
                <c:pt idx="84">
                  <c:v>39.71</c:v>
                </c:pt>
                <c:pt idx="85">
                  <c:v>31.86</c:v>
                </c:pt>
                <c:pt idx="86">
                  <c:v>17.14</c:v>
                </c:pt>
                <c:pt idx="87">
                  <c:v>32.14</c:v>
                </c:pt>
                <c:pt idx="88">
                  <c:v>29.57</c:v>
                </c:pt>
                <c:pt idx="89">
                  <c:v>32.71</c:v>
                </c:pt>
                <c:pt idx="90">
                  <c:v>35.71</c:v>
                </c:pt>
                <c:pt idx="91">
                  <c:v>38.43</c:v>
                </c:pt>
                <c:pt idx="92">
                  <c:v>38.86</c:v>
                </c:pt>
                <c:pt idx="93">
                  <c:v>34.71</c:v>
                </c:pt>
                <c:pt idx="94">
                  <c:v>25.71</c:v>
                </c:pt>
                <c:pt idx="95">
                  <c:v>35.86</c:v>
                </c:pt>
                <c:pt idx="96">
                  <c:v>30</c:v>
                </c:pt>
                <c:pt idx="97">
                  <c:v>37.14</c:v>
                </c:pt>
                <c:pt idx="98">
                  <c:v>36.29</c:v>
                </c:pt>
                <c:pt idx="99">
                  <c:v>38.14</c:v>
                </c:pt>
                <c:pt idx="100">
                  <c:v>15.71</c:v>
                </c:pt>
                <c:pt idx="101">
                  <c:v>29.86</c:v>
                </c:pt>
                <c:pt idx="102">
                  <c:v>20.29</c:v>
                </c:pt>
                <c:pt idx="103">
                  <c:v>26.57</c:v>
                </c:pt>
                <c:pt idx="104">
                  <c:v>32</c:v>
                </c:pt>
                <c:pt idx="105">
                  <c:v>35.57</c:v>
                </c:pt>
                <c:pt idx="106">
                  <c:v>25.14</c:v>
                </c:pt>
                <c:pt idx="107">
                  <c:v>32.29</c:v>
                </c:pt>
                <c:pt idx="108">
                  <c:v>38.43</c:v>
                </c:pt>
                <c:pt idx="109">
                  <c:v>33.57</c:v>
                </c:pt>
                <c:pt idx="110">
                  <c:v>34</c:v>
                </c:pt>
                <c:pt idx="111">
                  <c:v>33.29</c:v>
                </c:pt>
                <c:pt idx="112">
                  <c:v>35.57</c:v>
                </c:pt>
                <c:pt idx="113">
                  <c:v>36.29</c:v>
                </c:pt>
                <c:pt idx="114">
                  <c:v>27.71</c:v>
                </c:pt>
                <c:pt idx="115">
                  <c:v>22.14</c:v>
                </c:pt>
                <c:pt idx="116">
                  <c:v>34.71</c:v>
                </c:pt>
                <c:pt idx="117">
                  <c:v>23.86</c:v>
                </c:pt>
                <c:pt idx="118">
                  <c:v>29.43</c:v>
                </c:pt>
                <c:pt idx="119">
                  <c:v>40</c:v>
                </c:pt>
                <c:pt idx="120">
                  <c:v>34.71</c:v>
                </c:pt>
                <c:pt idx="121">
                  <c:v>29.86</c:v>
                </c:pt>
                <c:pt idx="122">
                  <c:v>36.57</c:v>
                </c:pt>
                <c:pt idx="123">
                  <c:v>33.14</c:v>
                </c:pt>
                <c:pt idx="124">
                  <c:v>33.57</c:v>
                </c:pt>
                <c:pt idx="125">
                  <c:v>30</c:v>
                </c:pt>
                <c:pt idx="126">
                  <c:v>39.14</c:v>
                </c:pt>
                <c:pt idx="127">
                  <c:v>32.57</c:v>
                </c:pt>
                <c:pt idx="128">
                  <c:v>31.43</c:v>
                </c:pt>
                <c:pt idx="129">
                  <c:v>30.29</c:v>
                </c:pt>
                <c:pt idx="130">
                  <c:v>36.71</c:v>
                </c:pt>
                <c:pt idx="131">
                  <c:v>17.29</c:v>
                </c:pt>
                <c:pt idx="132">
                  <c:v>34.86</c:v>
                </c:pt>
                <c:pt idx="133">
                  <c:v>24</c:v>
                </c:pt>
                <c:pt idx="134">
                  <c:v>15</c:v>
                </c:pt>
                <c:pt idx="135">
                  <c:v>31.29</c:v>
                </c:pt>
                <c:pt idx="136">
                  <c:v>29.29</c:v>
                </c:pt>
                <c:pt idx="137">
                  <c:v>35.43</c:v>
                </c:pt>
                <c:pt idx="138">
                  <c:v>38.43</c:v>
                </c:pt>
                <c:pt idx="139">
                  <c:v>36.57</c:v>
                </c:pt>
                <c:pt idx="140">
                  <c:v>29.29</c:v>
                </c:pt>
                <c:pt idx="141">
                  <c:v>24.71</c:v>
                </c:pt>
                <c:pt idx="142">
                  <c:v>32.71</c:v>
                </c:pt>
                <c:pt idx="143">
                  <c:v>36.14</c:v>
                </c:pt>
                <c:pt idx="144">
                  <c:v>36.57</c:v>
                </c:pt>
                <c:pt idx="145">
                  <c:v>18</c:v>
                </c:pt>
                <c:pt idx="146">
                  <c:v>14.86</c:v>
                </c:pt>
                <c:pt idx="147">
                  <c:v>39</c:v>
                </c:pt>
                <c:pt idx="148">
                  <c:v>35.29</c:v>
                </c:pt>
                <c:pt idx="149">
                  <c:v>19.86</c:v>
                </c:pt>
                <c:pt idx="150">
                  <c:v>37.86</c:v>
                </c:pt>
                <c:pt idx="151">
                  <c:v>25.29</c:v>
                </c:pt>
                <c:pt idx="152">
                  <c:v>29.86</c:v>
                </c:pt>
                <c:pt idx="153">
                  <c:v>32</c:v>
                </c:pt>
                <c:pt idx="154">
                  <c:v>29.57</c:v>
                </c:pt>
                <c:pt idx="155">
                  <c:v>40</c:v>
                </c:pt>
                <c:pt idx="156">
                  <c:v>37.29</c:v>
                </c:pt>
                <c:pt idx="157">
                  <c:v>33.43</c:v>
                </c:pt>
                <c:pt idx="158">
                  <c:v>21.86</c:v>
                </c:pt>
                <c:pt idx="159">
                  <c:v>40</c:v>
                </c:pt>
                <c:pt idx="160">
                  <c:v>32.57</c:v>
                </c:pt>
                <c:pt idx="161">
                  <c:v>32.43</c:v>
                </c:pt>
                <c:pt idx="162">
                  <c:v>20.57</c:v>
                </c:pt>
                <c:pt idx="163">
                  <c:v>33.29</c:v>
                </c:pt>
                <c:pt idx="164">
                  <c:v>30.43</c:v>
                </c:pt>
                <c:pt idx="165">
                  <c:v>31.43</c:v>
                </c:pt>
                <c:pt idx="166">
                  <c:v>36.71</c:v>
                </c:pt>
                <c:pt idx="167">
                  <c:v>28.43</c:v>
                </c:pt>
                <c:pt idx="168">
                  <c:v>32.29</c:v>
                </c:pt>
                <c:pt idx="169">
                  <c:v>38.86</c:v>
                </c:pt>
                <c:pt idx="170">
                  <c:v>34.86</c:v>
                </c:pt>
                <c:pt idx="171">
                  <c:v>31.14</c:v>
                </c:pt>
                <c:pt idx="172">
                  <c:v>25.71</c:v>
                </c:pt>
                <c:pt idx="173">
                  <c:v>34.86</c:v>
                </c:pt>
                <c:pt idx="174">
                  <c:v>22.29</c:v>
                </c:pt>
                <c:pt idx="175">
                  <c:v>32.14</c:v>
                </c:pt>
                <c:pt idx="176">
                  <c:v>26.14</c:v>
                </c:pt>
                <c:pt idx="177">
                  <c:v>29.71</c:v>
                </c:pt>
                <c:pt idx="178">
                  <c:v>17.29</c:v>
                </c:pt>
                <c:pt idx="179">
                  <c:v>38.71</c:v>
                </c:pt>
                <c:pt idx="180">
                  <c:v>14.71</c:v>
                </c:pt>
                <c:pt idx="181">
                  <c:v>34</c:v>
                </c:pt>
                <c:pt idx="182">
                  <c:v>31.86</c:v>
                </c:pt>
                <c:pt idx="183">
                  <c:v>39.57</c:v>
                </c:pt>
                <c:pt idx="184">
                  <c:v>34.29</c:v>
                </c:pt>
                <c:pt idx="185">
                  <c:v>37.57</c:v>
                </c:pt>
                <c:pt idx="186">
                  <c:v>36.14</c:v>
                </c:pt>
                <c:pt idx="187">
                  <c:v>25.29</c:v>
                </c:pt>
                <c:pt idx="188">
                  <c:v>26.43</c:v>
                </c:pt>
                <c:pt idx="189">
                  <c:v>37.71</c:v>
                </c:pt>
                <c:pt idx="190">
                  <c:v>31.71</c:v>
                </c:pt>
                <c:pt idx="191">
                  <c:v>33</c:v>
                </c:pt>
                <c:pt idx="192">
                  <c:v>35</c:v>
                </c:pt>
                <c:pt idx="193">
                  <c:v>37</c:v>
                </c:pt>
                <c:pt idx="194">
                  <c:v>35.29</c:v>
                </c:pt>
                <c:pt idx="195">
                  <c:v>30.57</c:v>
                </c:pt>
                <c:pt idx="196">
                  <c:v>32</c:v>
                </c:pt>
                <c:pt idx="197">
                  <c:v>33.43</c:v>
                </c:pt>
                <c:pt idx="198">
                  <c:v>36.29</c:v>
                </c:pt>
                <c:pt idx="199">
                  <c:v>37.57</c:v>
                </c:pt>
                <c:pt idx="200">
                  <c:v>31.57</c:v>
                </c:pt>
                <c:pt idx="201">
                  <c:v>34.71</c:v>
                </c:pt>
                <c:pt idx="202">
                  <c:v>36.14</c:v>
                </c:pt>
                <c:pt idx="203">
                  <c:v>34.43</c:v>
                </c:pt>
                <c:pt idx="204">
                  <c:v>22</c:v>
                </c:pt>
                <c:pt idx="205">
                  <c:v>39.14</c:v>
                </c:pt>
                <c:pt idx="206">
                  <c:v>31.43</c:v>
                </c:pt>
                <c:pt idx="207">
                  <c:v>34.86</c:v>
                </c:pt>
                <c:pt idx="208">
                  <c:v>26.29</c:v>
                </c:pt>
                <c:pt idx="209">
                  <c:v>37.43</c:v>
                </c:pt>
                <c:pt idx="210">
                  <c:v>22.57</c:v>
                </c:pt>
                <c:pt idx="211">
                  <c:v>38</c:v>
                </c:pt>
                <c:pt idx="212">
                  <c:v>33</c:v>
                </c:pt>
                <c:pt idx="213">
                  <c:v>31.57</c:v>
                </c:pt>
                <c:pt idx="214">
                  <c:v>33.57</c:v>
                </c:pt>
                <c:pt idx="215">
                  <c:v>35.43</c:v>
                </c:pt>
                <c:pt idx="216">
                  <c:v>15.14</c:v>
                </c:pt>
                <c:pt idx="217">
                  <c:v>33.57</c:v>
                </c:pt>
                <c:pt idx="218">
                  <c:v>38.14</c:v>
                </c:pt>
                <c:pt idx="219">
                  <c:v>37.86</c:v>
                </c:pt>
                <c:pt idx="220">
                  <c:v>20.43</c:v>
                </c:pt>
                <c:pt idx="221">
                  <c:v>20.71</c:v>
                </c:pt>
              </c:numCache>
            </c:numRef>
          </c:xVal>
          <c:yVal>
            <c:numRef>
              <c:f>Sheet1!$B$1222:$B$1443</c:f>
              <c:numCache>
                <c:formatCode>General</c:formatCode>
                <c:ptCount val="222"/>
                <c:pt idx="0">
                  <c:v>924</c:v>
                </c:pt>
                <c:pt idx="1">
                  <c:v>829</c:v>
                </c:pt>
                <c:pt idx="2">
                  <c:v>292</c:v>
                </c:pt>
                <c:pt idx="3">
                  <c:v>709</c:v>
                </c:pt>
                <c:pt idx="4">
                  <c:v>876</c:v>
                </c:pt>
                <c:pt idx="5">
                  <c:v>876</c:v>
                </c:pt>
                <c:pt idx="6">
                  <c:v>896</c:v>
                </c:pt>
                <c:pt idx="7">
                  <c:v>834</c:v>
                </c:pt>
                <c:pt idx="8">
                  <c:v>422</c:v>
                </c:pt>
                <c:pt idx="9">
                  <c:v>928</c:v>
                </c:pt>
                <c:pt idx="10">
                  <c:v>786</c:v>
                </c:pt>
                <c:pt idx="11">
                  <c:v>890</c:v>
                </c:pt>
                <c:pt idx="12">
                  <c:v>596</c:v>
                </c:pt>
                <c:pt idx="13">
                  <c:v>892</c:v>
                </c:pt>
                <c:pt idx="14">
                  <c:v>844</c:v>
                </c:pt>
                <c:pt idx="15">
                  <c:v>543</c:v>
                </c:pt>
                <c:pt idx="16">
                  <c:v>802</c:v>
                </c:pt>
                <c:pt idx="17">
                  <c:v>868</c:v>
                </c:pt>
                <c:pt idx="18">
                  <c:v>321</c:v>
                </c:pt>
                <c:pt idx="19">
                  <c:v>789</c:v>
                </c:pt>
                <c:pt idx="20">
                  <c:v>861</c:v>
                </c:pt>
                <c:pt idx="21">
                  <c:v>869</c:v>
                </c:pt>
                <c:pt idx="22">
                  <c:v>310</c:v>
                </c:pt>
                <c:pt idx="23">
                  <c:v>758</c:v>
                </c:pt>
                <c:pt idx="24">
                  <c:v>866</c:v>
                </c:pt>
                <c:pt idx="25">
                  <c:v>798</c:v>
                </c:pt>
                <c:pt idx="26">
                  <c:v>872</c:v>
                </c:pt>
                <c:pt idx="27">
                  <c:v>791</c:v>
                </c:pt>
                <c:pt idx="28">
                  <c:v>879</c:v>
                </c:pt>
                <c:pt idx="29">
                  <c:v>808</c:v>
                </c:pt>
                <c:pt idx="30">
                  <c:v>316</c:v>
                </c:pt>
                <c:pt idx="31">
                  <c:v>816</c:v>
                </c:pt>
                <c:pt idx="32">
                  <c:v>584</c:v>
                </c:pt>
                <c:pt idx="33">
                  <c:v>946</c:v>
                </c:pt>
                <c:pt idx="34">
                  <c:v>445</c:v>
                </c:pt>
                <c:pt idx="35">
                  <c:v>782</c:v>
                </c:pt>
                <c:pt idx="36">
                  <c:v>890</c:v>
                </c:pt>
                <c:pt idx="37">
                  <c:v>915</c:v>
                </c:pt>
                <c:pt idx="38">
                  <c:v>860</c:v>
                </c:pt>
                <c:pt idx="39">
                  <c:v>321</c:v>
                </c:pt>
                <c:pt idx="40">
                  <c:v>425</c:v>
                </c:pt>
                <c:pt idx="41">
                  <c:v>741</c:v>
                </c:pt>
                <c:pt idx="42">
                  <c:v>531</c:v>
                </c:pt>
                <c:pt idx="43">
                  <c:v>820</c:v>
                </c:pt>
                <c:pt idx="44">
                  <c:v>787</c:v>
                </c:pt>
                <c:pt idx="45">
                  <c:v>696</c:v>
                </c:pt>
                <c:pt idx="46">
                  <c:v>705</c:v>
                </c:pt>
                <c:pt idx="47">
                  <c:v>721</c:v>
                </c:pt>
                <c:pt idx="48">
                  <c:v>829</c:v>
                </c:pt>
                <c:pt idx="49">
                  <c:v>399</c:v>
                </c:pt>
                <c:pt idx="50">
                  <c:v>657</c:v>
                </c:pt>
                <c:pt idx="51">
                  <c:v>814</c:v>
                </c:pt>
                <c:pt idx="52">
                  <c:v>900</c:v>
                </c:pt>
                <c:pt idx="53">
                  <c:v>871</c:v>
                </c:pt>
                <c:pt idx="54">
                  <c:v>883</c:v>
                </c:pt>
                <c:pt idx="55">
                  <c:v>811</c:v>
                </c:pt>
                <c:pt idx="56">
                  <c:v>770</c:v>
                </c:pt>
                <c:pt idx="57">
                  <c:v>746</c:v>
                </c:pt>
                <c:pt idx="58">
                  <c:v>951</c:v>
                </c:pt>
                <c:pt idx="59">
                  <c:v>743</c:v>
                </c:pt>
                <c:pt idx="60">
                  <c:v>744</c:v>
                </c:pt>
                <c:pt idx="61">
                  <c:v>846</c:v>
                </c:pt>
                <c:pt idx="62">
                  <c:v>783</c:v>
                </c:pt>
                <c:pt idx="63">
                  <c:v>571</c:v>
                </c:pt>
                <c:pt idx="64">
                  <c:v>902</c:v>
                </c:pt>
                <c:pt idx="65">
                  <c:v>878</c:v>
                </c:pt>
                <c:pt idx="66">
                  <c:v>526</c:v>
                </c:pt>
                <c:pt idx="67">
                  <c:v>826</c:v>
                </c:pt>
                <c:pt idx="68">
                  <c:v>752</c:v>
                </c:pt>
                <c:pt idx="69">
                  <c:v>748</c:v>
                </c:pt>
                <c:pt idx="70">
                  <c:v>734</c:v>
                </c:pt>
                <c:pt idx="71">
                  <c:v>778</c:v>
                </c:pt>
                <c:pt idx="72">
                  <c:v>861</c:v>
                </c:pt>
                <c:pt idx="73">
                  <c:v>874</c:v>
                </c:pt>
                <c:pt idx="74">
                  <c:v>840</c:v>
                </c:pt>
                <c:pt idx="75">
                  <c:v>896</c:v>
                </c:pt>
                <c:pt idx="76">
                  <c:v>788</c:v>
                </c:pt>
                <c:pt idx="77">
                  <c:v>344</c:v>
                </c:pt>
                <c:pt idx="78">
                  <c:v>909</c:v>
                </c:pt>
                <c:pt idx="79">
                  <c:v>831</c:v>
                </c:pt>
                <c:pt idx="80">
                  <c:v>930</c:v>
                </c:pt>
                <c:pt idx="81">
                  <c:v>811</c:v>
                </c:pt>
                <c:pt idx="82">
                  <c:v>878</c:v>
                </c:pt>
                <c:pt idx="83">
                  <c:v>913</c:v>
                </c:pt>
                <c:pt idx="84">
                  <c:v>901</c:v>
                </c:pt>
                <c:pt idx="85">
                  <c:v>803</c:v>
                </c:pt>
                <c:pt idx="86">
                  <c:v>378</c:v>
                </c:pt>
                <c:pt idx="87">
                  <c:v>825</c:v>
                </c:pt>
                <c:pt idx="88">
                  <c:v>759</c:v>
                </c:pt>
                <c:pt idx="89">
                  <c:v>850</c:v>
                </c:pt>
                <c:pt idx="90">
                  <c:v>887</c:v>
                </c:pt>
                <c:pt idx="91">
                  <c:v>898</c:v>
                </c:pt>
                <c:pt idx="92">
                  <c:v>904</c:v>
                </c:pt>
                <c:pt idx="93">
                  <c:v>903</c:v>
                </c:pt>
                <c:pt idx="94">
                  <c:v>592</c:v>
                </c:pt>
                <c:pt idx="95">
                  <c:v>863</c:v>
                </c:pt>
                <c:pt idx="96">
                  <c:v>767</c:v>
                </c:pt>
                <c:pt idx="97">
                  <c:v>839</c:v>
                </c:pt>
                <c:pt idx="98">
                  <c:v>904</c:v>
                </c:pt>
                <c:pt idx="99">
                  <c:v>937</c:v>
                </c:pt>
                <c:pt idx="100">
                  <c:v>306</c:v>
                </c:pt>
                <c:pt idx="101">
                  <c:v>783</c:v>
                </c:pt>
                <c:pt idx="102">
                  <c:v>459</c:v>
                </c:pt>
                <c:pt idx="103">
                  <c:v>673</c:v>
                </c:pt>
                <c:pt idx="104">
                  <c:v>798</c:v>
                </c:pt>
                <c:pt idx="105">
                  <c:v>890</c:v>
                </c:pt>
                <c:pt idx="106">
                  <c:v>604</c:v>
                </c:pt>
                <c:pt idx="107">
                  <c:v>838</c:v>
                </c:pt>
                <c:pt idx="108">
                  <c:v>938</c:v>
                </c:pt>
                <c:pt idx="109">
                  <c:v>816</c:v>
                </c:pt>
                <c:pt idx="110">
                  <c:v>851</c:v>
                </c:pt>
                <c:pt idx="111">
                  <c:v>843</c:v>
                </c:pt>
                <c:pt idx="112">
                  <c:v>867</c:v>
                </c:pt>
                <c:pt idx="113">
                  <c:v>949</c:v>
                </c:pt>
                <c:pt idx="114">
                  <c:v>699</c:v>
                </c:pt>
                <c:pt idx="115">
                  <c:v>572</c:v>
                </c:pt>
                <c:pt idx="116">
                  <c:v>906</c:v>
                </c:pt>
                <c:pt idx="117">
                  <c:v>573</c:v>
                </c:pt>
                <c:pt idx="118">
                  <c:v>710</c:v>
                </c:pt>
                <c:pt idx="119">
                  <c:v>934</c:v>
                </c:pt>
                <c:pt idx="120">
                  <c:v>372</c:v>
                </c:pt>
                <c:pt idx="121">
                  <c:v>770</c:v>
                </c:pt>
                <c:pt idx="122">
                  <c:v>901</c:v>
                </c:pt>
                <c:pt idx="123">
                  <c:v>784</c:v>
                </c:pt>
                <c:pt idx="124">
                  <c:v>843</c:v>
                </c:pt>
                <c:pt idx="125">
                  <c:v>738</c:v>
                </c:pt>
                <c:pt idx="126">
                  <c:v>925</c:v>
                </c:pt>
                <c:pt idx="127">
                  <c:v>834</c:v>
                </c:pt>
                <c:pt idx="128">
                  <c:v>788</c:v>
                </c:pt>
                <c:pt idx="129">
                  <c:v>749</c:v>
                </c:pt>
                <c:pt idx="130">
                  <c:v>860</c:v>
                </c:pt>
                <c:pt idx="131">
                  <c:v>257</c:v>
                </c:pt>
                <c:pt idx="132">
                  <c:v>877</c:v>
                </c:pt>
                <c:pt idx="133">
                  <c:v>591</c:v>
                </c:pt>
                <c:pt idx="134">
                  <c:v>283</c:v>
                </c:pt>
                <c:pt idx="135">
                  <c:v>796</c:v>
                </c:pt>
                <c:pt idx="136">
                  <c:v>765</c:v>
                </c:pt>
                <c:pt idx="137">
                  <c:v>881</c:v>
                </c:pt>
                <c:pt idx="138">
                  <c:v>876</c:v>
                </c:pt>
                <c:pt idx="139">
                  <c:v>852</c:v>
                </c:pt>
                <c:pt idx="140">
                  <c:v>753</c:v>
                </c:pt>
                <c:pt idx="141">
                  <c:v>603</c:v>
                </c:pt>
                <c:pt idx="142">
                  <c:v>832</c:v>
                </c:pt>
                <c:pt idx="143">
                  <c:v>930</c:v>
                </c:pt>
                <c:pt idx="144">
                  <c:v>901</c:v>
                </c:pt>
                <c:pt idx="145">
                  <c:v>347</c:v>
                </c:pt>
                <c:pt idx="146">
                  <c:v>282</c:v>
                </c:pt>
                <c:pt idx="147">
                  <c:v>924</c:v>
                </c:pt>
                <c:pt idx="148">
                  <c:v>856</c:v>
                </c:pt>
                <c:pt idx="149">
                  <c:v>424</c:v>
                </c:pt>
                <c:pt idx="150">
                  <c:v>886</c:v>
                </c:pt>
                <c:pt idx="151">
                  <c:v>628</c:v>
                </c:pt>
                <c:pt idx="152">
                  <c:v>796</c:v>
                </c:pt>
                <c:pt idx="153">
                  <c:v>823</c:v>
                </c:pt>
                <c:pt idx="154">
                  <c:v>738</c:v>
                </c:pt>
                <c:pt idx="155">
                  <c:v>967</c:v>
                </c:pt>
                <c:pt idx="156">
                  <c:v>875</c:v>
                </c:pt>
                <c:pt idx="157">
                  <c:v>811</c:v>
                </c:pt>
                <c:pt idx="158">
                  <c:v>496</c:v>
                </c:pt>
                <c:pt idx="159">
                  <c:v>924</c:v>
                </c:pt>
                <c:pt idx="160">
                  <c:v>981</c:v>
                </c:pt>
                <c:pt idx="161">
                  <c:v>844</c:v>
                </c:pt>
                <c:pt idx="162">
                  <c:v>465</c:v>
                </c:pt>
                <c:pt idx="163">
                  <c:v>844</c:v>
                </c:pt>
                <c:pt idx="164">
                  <c:v>729</c:v>
                </c:pt>
                <c:pt idx="165">
                  <c:v>763</c:v>
                </c:pt>
                <c:pt idx="166">
                  <c:v>929</c:v>
                </c:pt>
                <c:pt idx="167">
                  <c:v>723</c:v>
                </c:pt>
                <c:pt idx="168">
                  <c:v>845</c:v>
                </c:pt>
                <c:pt idx="169">
                  <c:v>926</c:v>
                </c:pt>
                <c:pt idx="170">
                  <c:v>860</c:v>
                </c:pt>
                <c:pt idx="171">
                  <c:v>793</c:v>
                </c:pt>
                <c:pt idx="172">
                  <c:v>673</c:v>
                </c:pt>
                <c:pt idx="173">
                  <c:v>867</c:v>
                </c:pt>
                <c:pt idx="174">
                  <c:v>550</c:v>
                </c:pt>
                <c:pt idx="175">
                  <c:v>802</c:v>
                </c:pt>
                <c:pt idx="176">
                  <c:v>621</c:v>
                </c:pt>
                <c:pt idx="177">
                  <c:v>795</c:v>
                </c:pt>
                <c:pt idx="178">
                  <c:v>373</c:v>
                </c:pt>
                <c:pt idx="179">
                  <c:v>915</c:v>
                </c:pt>
                <c:pt idx="180">
                  <c:v>242</c:v>
                </c:pt>
                <c:pt idx="181">
                  <c:v>840</c:v>
                </c:pt>
                <c:pt idx="182">
                  <c:v>845</c:v>
                </c:pt>
                <c:pt idx="183">
                  <c:v>986</c:v>
                </c:pt>
                <c:pt idx="184">
                  <c:v>828</c:v>
                </c:pt>
                <c:pt idx="185">
                  <c:v>927</c:v>
                </c:pt>
                <c:pt idx="186">
                  <c:v>826</c:v>
                </c:pt>
                <c:pt idx="187">
                  <c:v>634</c:v>
                </c:pt>
                <c:pt idx="188">
                  <c:v>665</c:v>
                </c:pt>
                <c:pt idx="189">
                  <c:v>920</c:v>
                </c:pt>
                <c:pt idx="190">
                  <c:v>829</c:v>
                </c:pt>
                <c:pt idx="191">
                  <c:v>863</c:v>
                </c:pt>
                <c:pt idx="192">
                  <c:v>901</c:v>
                </c:pt>
                <c:pt idx="193">
                  <c:v>935</c:v>
                </c:pt>
                <c:pt idx="194">
                  <c:v>875</c:v>
                </c:pt>
                <c:pt idx="195">
                  <c:v>758</c:v>
                </c:pt>
                <c:pt idx="196">
                  <c:v>795</c:v>
                </c:pt>
                <c:pt idx="197">
                  <c:v>878</c:v>
                </c:pt>
                <c:pt idx="198">
                  <c:v>946</c:v>
                </c:pt>
                <c:pt idx="199">
                  <c:v>877</c:v>
                </c:pt>
                <c:pt idx="200">
                  <c:v>841</c:v>
                </c:pt>
                <c:pt idx="201">
                  <c:v>835</c:v>
                </c:pt>
                <c:pt idx="202">
                  <c:v>878</c:v>
                </c:pt>
                <c:pt idx="203">
                  <c:v>896</c:v>
                </c:pt>
                <c:pt idx="204">
                  <c:v>556</c:v>
                </c:pt>
                <c:pt idx="205">
                  <c:v>947</c:v>
                </c:pt>
                <c:pt idx="206">
                  <c:v>721</c:v>
                </c:pt>
                <c:pt idx="207">
                  <c:v>862</c:v>
                </c:pt>
                <c:pt idx="208">
                  <c:v>677</c:v>
                </c:pt>
                <c:pt idx="209">
                  <c:v>973</c:v>
                </c:pt>
                <c:pt idx="210">
                  <c:v>502</c:v>
                </c:pt>
                <c:pt idx="211">
                  <c:v>876</c:v>
                </c:pt>
                <c:pt idx="212">
                  <c:v>862</c:v>
                </c:pt>
                <c:pt idx="213">
                  <c:v>766</c:v>
                </c:pt>
                <c:pt idx="214">
                  <c:v>834</c:v>
                </c:pt>
                <c:pt idx="215">
                  <c:v>867</c:v>
                </c:pt>
                <c:pt idx="216">
                  <c:v>255</c:v>
                </c:pt>
                <c:pt idx="217">
                  <c:v>797</c:v>
                </c:pt>
                <c:pt idx="218">
                  <c:v>938</c:v>
                </c:pt>
                <c:pt idx="219">
                  <c:v>911</c:v>
                </c:pt>
                <c:pt idx="220">
                  <c:v>465</c:v>
                </c:pt>
                <c:pt idx="221">
                  <c:v>461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8D0-1F45-BC2D-A6046FEDD438}"/>
            </c:ext>
          </c:extLst>
        </c:ser>
        <c:ser>
          <c:idx val="3"/>
          <c:order val="3"/>
          <c:tx>
            <c:strRef>
              <c:f>Sheet1!$B$1445</c:f>
              <c:strCache>
                <c:ptCount val="1"/>
                <c:pt idx="0">
                  <c:v>שתי ספרות חסרות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6"/>
            <c:spPr>
              <a:solidFill>
                <a:srgbClr val="B8862E"/>
              </a:solidFill>
              <a:ln>
                <a:noFill/>
              </a:ln>
            </c:spPr>
          </c:marker>
          <c:xVal>
            <c:numRef>
              <c:f>Sheet1!$A$1446:$A$1446</c:f>
              <c:numCache>
                <c:formatCode>General</c:formatCode>
                <c:ptCount val="1"/>
                <c:pt idx="0">
                  <c:v>22.29</c:v>
                </c:pt>
              </c:numCache>
            </c:numRef>
          </c:xVal>
          <c:yVal>
            <c:numRef>
              <c:f>Sheet1!$B$1446:$B$1446</c:f>
              <c:numCache>
                <c:formatCode>General</c:formatCode>
                <c:ptCount val="1"/>
                <c:pt idx="0">
                  <c:v>5152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8D0-1F45-BC2D-A6046FEDD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0"/>
          <c:min val="12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4F606C"/>
                    </a:solidFill>
                    <a:latin typeface="Assistant"/>
                  </a:rPr>
                  <a:t>שבוע הריון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7A8C99"/>
            </a:solidFill>
          </a:ln>
        </c:spPr>
        <c:txPr>
          <a:bodyPr/>
          <a:lstStyle/>
          <a:p>
            <a:pPr>
              <a:defRPr sz="1200"/>
            </a:pPr>
            <a:endParaRPr lang="en-IL"/>
          </a:p>
        </c:txPr>
        <c:crossAx val="-2129643912"/>
        <c:crosses val="autoZero"/>
        <c:crossBetween val="midCat"/>
        <c:majorUnit val="4"/>
      </c:valAx>
      <c:valAx>
        <c:axId val="-2129643912"/>
        <c:scaling>
          <c:logBase val="10"/>
          <c:orientation val="minMax"/>
          <c:max val="10000"/>
          <c:min val="1"/>
        </c:scaling>
        <c:delete val="0"/>
        <c:axPos val="l"/>
        <c:majorGridlines>
          <c:spPr>
            <a:ln w="9525">
              <a:solidFill>
                <a:srgbClr val="D5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b="0">
                    <a:solidFill>
                      <a:srgbClr val="4F606C"/>
                    </a:solidFill>
                    <a:latin typeface="Assistant"/>
                  </a:rPr>
                  <a:t>BPD </a:t>
                </a:r>
                <a:r>
                  <a:rPr lang="he-IL" sz="1200" b="0">
                    <a:solidFill>
                      <a:srgbClr val="4F606C"/>
                    </a:solidFill>
                    <a:latin typeface="Assistant"/>
                  </a:rPr>
                  <a:t>כפי שנרשם (סקאלה לוגריתמית)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7A8C99"/>
            </a:solidFill>
          </a:ln>
        </c:spPr>
        <c:txPr>
          <a:bodyPr/>
          <a:lstStyle/>
          <a:p>
            <a:pPr>
              <a:defRPr sz="1200"/>
            </a:pPr>
            <a:endParaRPr lang="en-IL"/>
          </a:p>
        </c:txPr>
        <c:crossAx val="-2128940872"/>
        <c:crosses val="autoZero"/>
        <c:crossBetween val="midCat"/>
      </c:valAx>
    </c:plotArea>
    <c:legend>
      <c:legendPos val="b"/>
      <c:overlay val="0"/>
      <c:txPr>
        <a:bodyPr/>
        <a:lstStyle/>
        <a:p>
          <a:pPr>
            <a:defRPr sz="1200">
              <a:latin typeface="Assistant"/>
            </a:defRPr>
          </a:pPr>
          <a:endParaRPr lang="en-IL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4F606C"/>
          </a:solidFill>
          <a:latin typeface="Assistan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e-IL" sz="1600" b="1">
                <a:solidFill>
                  <a:srgbClr val="14303F"/>
                </a:solidFill>
                <a:latin typeface="Assistant"/>
              </a:rPr>
              <a:t>שיעור המדידות החריגות בכל סף: בפועל לעומת הצפוי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צפוי (השיעור הנקוב)</c:v>
                </c:pt>
              </c:strCache>
            </c:strRef>
          </c:tx>
          <c:spPr>
            <a:solidFill>
              <a:srgbClr val="7A8C99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4303F"/>
                    </a:solidFill>
                    <a:latin typeface="Assistant"/>
                  </a:defRPr>
                </a:pPr>
                <a:endParaRPr lang="en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מתחת ל־3%</c:v>
                </c:pt>
                <c:pt idx="1">
                  <c:v>מתחת ל־5%</c:v>
                </c:pt>
                <c:pt idx="2">
                  <c:v>מתחת ל־10%</c:v>
                </c:pt>
                <c:pt idx="3">
                  <c:v>מעל 95%</c:v>
                </c:pt>
                <c:pt idx="4">
                  <c:v>מעל 97.5%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5</c:v>
                </c:pt>
                <c:pt idx="2">
                  <c:v>10</c:v>
                </c:pt>
                <c:pt idx="3">
                  <c:v>5</c:v>
                </c:pt>
                <c:pt idx="4">
                  <c:v>2.5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770-6C49-9A36-C0D0B9815D8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Hadlock</c:v>
                </c:pt>
              </c:strCache>
            </c:strRef>
          </c:tx>
          <c:spPr>
            <a:solidFill>
              <a:srgbClr val="0B6AA8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4303F"/>
                    </a:solidFill>
                    <a:latin typeface="Assistant"/>
                  </a:defRPr>
                </a:pPr>
                <a:endParaRPr lang="en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מתחת ל־3%</c:v>
                </c:pt>
                <c:pt idx="1">
                  <c:v>מתחת ל־5%</c:v>
                </c:pt>
                <c:pt idx="2">
                  <c:v>מתחת ל־10%</c:v>
                </c:pt>
                <c:pt idx="3">
                  <c:v>מעל 95%</c:v>
                </c:pt>
                <c:pt idx="4">
                  <c:v>מעל 97.5%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5.53</c:v>
                </c:pt>
                <c:pt idx="1">
                  <c:v>7.83</c:v>
                </c:pt>
                <c:pt idx="2">
                  <c:v>13.36</c:v>
                </c:pt>
                <c:pt idx="3">
                  <c:v>4.0599999999999996</c:v>
                </c:pt>
                <c:pt idx="4">
                  <c:v>2.31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770-6C49-9A36-C0D0B9815D8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Kurmanavicius</c:v>
                </c:pt>
              </c:strCache>
            </c:strRef>
          </c:tx>
          <c:spPr>
            <a:solidFill>
              <a:srgbClr val="C2510F"/>
            </a:solidFill>
          </c:spPr>
          <c:invertIfNegative val="1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solidFill>
                      <a:srgbClr val="14303F"/>
                    </a:solidFill>
                    <a:latin typeface="Assistant"/>
                  </a:defRPr>
                </a:pPr>
                <a:endParaRPr lang="en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מתחת ל־3%</c:v>
                </c:pt>
                <c:pt idx="1">
                  <c:v>מתחת ל־5%</c:v>
                </c:pt>
                <c:pt idx="2">
                  <c:v>מתחת ל־10%</c:v>
                </c:pt>
                <c:pt idx="3">
                  <c:v>מעל 95%</c:v>
                </c:pt>
                <c:pt idx="4">
                  <c:v>מעל 97.5%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25.47</c:v>
                </c:pt>
                <c:pt idx="1">
                  <c:v>34.28</c:v>
                </c:pt>
                <c:pt idx="2">
                  <c:v>50.95</c:v>
                </c:pt>
                <c:pt idx="3">
                  <c:v>0.18</c:v>
                </c:pt>
                <c:pt idx="4">
                  <c:v>0.13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3770-6C49-9A36-C0D0B9815D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4F606C"/>
                    </a:solidFill>
                    <a:latin typeface="Assistant"/>
                  </a:rPr>
                  <a:t>סף החריגות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7A8C99"/>
            </a:solidFill>
          </a:ln>
        </c:spPr>
        <c:txPr>
          <a:bodyPr/>
          <a:lstStyle/>
          <a:p>
            <a:pPr>
              <a:defRPr sz="1200"/>
            </a:pPr>
            <a:endParaRPr lang="en-IL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D5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he-IL" sz="1200" b="0" dirty="0">
                    <a:solidFill>
                      <a:srgbClr val="4F606C"/>
                    </a:solidFill>
                    <a:latin typeface="Assistant"/>
                  </a:rPr>
                  <a:t>אחוז מסך כל העוברים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7A8C99"/>
            </a:solidFill>
          </a:ln>
        </c:spPr>
        <c:txPr>
          <a:bodyPr/>
          <a:lstStyle/>
          <a:p>
            <a:pPr>
              <a:defRPr sz="1200"/>
            </a:pPr>
            <a:endParaRPr lang="en-IL"/>
          </a:p>
        </c:txPr>
        <c:crossAx val="-2068027336"/>
        <c:crosses val="autoZero"/>
        <c:crossBetween val="between"/>
        <c:majorUnit val="10"/>
      </c:valAx>
    </c:plotArea>
    <c:legend>
      <c:legendPos val="b"/>
      <c:overlay val="0"/>
      <c:txPr>
        <a:bodyPr/>
        <a:lstStyle/>
        <a:p>
          <a:pPr>
            <a:defRPr sz="1200">
              <a:latin typeface="Assistant"/>
            </a:defRPr>
          </a:pPr>
          <a:endParaRPr lang="en-IL"/>
        </a:p>
      </c:txPr>
    </c:legend>
    <c:plotVisOnly val="1"/>
    <c:dispBlanksAs val="gap"/>
    <c:showDLblsOverMax val="1"/>
  </c:chart>
  <c:txPr>
    <a:bodyPr/>
    <a:lstStyle/>
    <a:p>
      <a:pPr>
        <a:defRPr sz="1200">
          <a:solidFill>
            <a:srgbClr val="4F606C"/>
          </a:solidFill>
          <a:latin typeface="Assistan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he-IL" sz="1600" b="1">
                <a:solidFill>
                  <a:srgbClr val="14303F"/>
                </a:solidFill>
                <a:latin typeface="Assistant"/>
              </a:rPr>
              <a:t>אחוזון 5 של ה־</a:t>
            </a:r>
            <a:r>
              <a:rPr lang="en-US" sz="1600" b="1">
                <a:solidFill>
                  <a:srgbClr val="14303F"/>
                </a:solidFill>
                <a:latin typeface="Assistant"/>
              </a:rPr>
              <a:t>BPD </a:t>
            </a:r>
            <a:r>
              <a:rPr lang="he-IL" sz="1600" b="1">
                <a:solidFill>
                  <a:srgbClr val="14303F"/>
                </a:solidFill>
                <a:latin typeface="Assistant"/>
              </a:rPr>
              <a:t>לפי שבוע הריון: נתונים מול עקומות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בנתונים (אחוזון 5 בפועל)</c:v>
                </c:pt>
              </c:strCache>
            </c:strRef>
          </c:tx>
          <c:spPr>
            <a:ln w="38100">
              <a:solidFill>
                <a:srgbClr val="14303F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22</c:v>
                </c:pt>
                <c:pt idx="9">
                  <c:v>23</c:v>
                </c:pt>
                <c:pt idx="10">
                  <c:v>24</c:v>
                </c:pt>
                <c:pt idx="11">
                  <c:v>25</c:v>
                </c:pt>
                <c:pt idx="12">
                  <c:v>26</c:v>
                </c:pt>
                <c:pt idx="13">
                  <c:v>27</c:v>
                </c:pt>
                <c:pt idx="14">
                  <c:v>28</c:v>
                </c:pt>
                <c:pt idx="15">
                  <c:v>29</c:v>
                </c:pt>
                <c:pt idx="16">
                  <c:v>30</c:v>
                </c:pt>
                <c:pt idx="17">
                  <c:v>31</c:v>
                </c:pt>
                <c:pt idx="18">
                  <c:v>32</c:v>
                </c:pt>
                <c:pt idx="19">
                  <c:v>33</c:v>
                </c:pt>
                <c:pt idx="20">
                  <c:v>34</c:v>
                </c:pt>
                <c:pt idx="21">
                  <c:v>35</c:v>
                </c:pt>
                <c:pt idx="22">
                  <c:v>36</c:v>
                </c:pt>
                <c:pt idx="23">
                  <c:v>37</c:v>
                </c:pt>
                <c:pt idx="24">
                  <c:v>38</c:v>
                </c:pt>
                <c:pt idx="25">
                  <c:v>39</c:v>
                </c:pt>
              </c:strCache>
            </c:strRef>
          </c:cat>
          <c:val>
            <c:numRef>
              <c:f>Sheet1!$B$2:$B$27</c:f>
              <c:numCache>
                <c:formatCode>General</c:formatCode>
                <c:ptCount val="26"/>
                <c:pt idx="0">
                  <c:v>24</c:v>
                </c:pt>
                <c:pt idx="1">
                  <c:v>26</c:v>
                </c:pt>
                <c:pt idx="2">
                  <c:v>29.9</c:v>
                </c:pt>
                <c:pt idx="3">
                  <c:v>33</c:v>
                </c:pt>
                <c:pt idx="4">
                  <c:v>36</c:v>
                </c:pt>
                <c:pt idx="5">
                  <c:v>40</c:v>
                </c:pt>
                <c:pt idx="6">
                  <c:v>43</c:v>
                </c:pt>
                <c:pt idx="7">
                  <c:v>45</c:v>
                </c:pt>
                <c:pt idx="8">
                  <c:v>48</c:v>
                </c:pt>
                <c:pt idx="9">
                  <c:v>50</c:v>
                </c:pt>
                <c:pt idx="10">
                  <c:v>53</c:v>
                </c:pt>
                <c:pt idx="11">
                  <c:v>55.6</c:v>
                </c:pt>
                <c:pt idx="12">
                  <c:v>59</c:v>
                </c:pt>
                <c:pt idx="13">
                  <c:v>63</c:v>
                </c:pt>
                <c:pt idx="14">
                  <c:v>66</c:v>
                </c:pt>
                <c:pt idx="15">
                  <c:v>69</c:v>
                </c:pt>
                <c:pt idx="16">
                  <c:v>72</c:v>
                </c:pt>
                <c:pt idx="17">
                  <c:v>74</c:v>
                </c:pt>
                <c:pt idx="18">
                  <c:v>76</c:v>
                </c:pt>
                <c:pt idx="19">
                  <c:v>78</c:v>
                </c:pt>
                <c:pt idx="20">
                  <c:v>80</c:v>
                </c:pt>
                <c:pt idx="21">
                  <c:v>81</c:v>
                </c:pt>
                <c:pt idx="22">
                  <c:v>83</c:v>
                </c:pt>
                <c:pt idx="23">
                  <c:v>84</c:v>
                </c:pt>
                <c:pt idx="24">
                  <c:v>86</c:v>
                </c:pt>
                <c:pt idx="25">
                  <c:v>86.8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5D-7640-ACAE-5F3CC9B1C3E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Hadlock</c:v>
                </c:pt>
              </c:strCache>
            </c:strRef>
          </c:tx>
          <c:spPr>
            <a:ln w="31750">
              <a:solidFill>
                <a:srgbClr val="0B6AA8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22</c:v>
                </c:pt>
                <c:pt idx="9">
                  <c:v>23</c:v>
                </c:pt>
                <c:pt idx="10">
                  <c:v>24</c:v>
                </c:pt>
                <c:pt idx="11">
                  <c:v>25</c:v>
                </c:pt>
                <c:pt idx="12">
                  <c:v>26</c:v>
                </c:pt>
                <c:pt idx="13">
                  <c:v>27</c:v>
                </c:pt>
                <c:pt idx="14">
                  <c:v>28</c:v>
                </c:pt>
                <c:pt idx="15">
                  <c:v>29</c:v>
                </c:pt>
                <c:pt idx="16">
                  <c:v>30</c:v>
                </c:pt>
                <c:pt idx="17">
                  <c:v>31</c:v>
                </c:pt>
                <c:pt idx="18">
                  <c:v>32</c:v>
                </c:pt>
                <c:pt idx="19">
                  <c:v>33</c:v>
                </c:pt>
                <c:pt idx="20">
                  <c:v>34</c:v>
                </c:pt>
                <c:pt idx="21">
                  <c:v>35</c:v>
                </c:pt>
                <c:pt idx="22">
                  <c:v>36</c:v>
                </c:pt>
                <c:pt idx="23">
                  <c:v>37</c:v>
                </c:pt>
                <c:pt idx="24">
                  <c:v>38</c:v>
                </c:pt>
                <c:pt idx="25">
                  <c:v>39</c:v>
                </c:pt>
              </c:strCache>
            </c:strRef>
          </c:cat>
          <c:val>
            <c:numRef>
              <c:f>Sheet1!$C$2:$C$27</c:f>
              <c:numCache>
                <c:formatCode>General</c:formatCode>
                <c:ptCount val="26"/>
                <c:pt idx="0">
                  <c:v>21.9</c:v>
                </c:pt>
                <c:pt idx="1">
                  <c:v>25.5</c:v>
                </c:pt>
                <c:pt idx="2">
                  <c:v>29.2</c:v>
                </c:pt>
                <c:pt idx="3">
                  <c:v>32.700000000000003</c:v>
                </c:pt>
                <c:pt idx="4">
                  <c:v>36.299999999999997</c:v>
                </c:pt>
                <c:pt idx="5">
                  <c:v>39.700000000000003</c:v>
                </c:pt>
                <c:pt idx="6">
                  <c:v>43.1</c:v>
                </c:pt>
                <c:pt idx="7">
                  <c:v>46.4</c:v>
                </c:pt>
                <c:pt idx="8">
                  <c:v>49.6</c:v>
                </c:pt>
                <c:pt idx="9">
                  <c:v>52.7</c:v>
                </c:pt>
                <c:pt idx="10">
                  <c:v>55.7</c:v>
                </c:pt>
                <c:pt idx="11">
                  <c:v>58.7</c:v>
                </c:pt>
                <c:pt idx="12">
                  <c:v>61.6</c:v>
                </c:pt>
                <c:pt idx="13">
                  <c:v>64.3</c:v>
                </c:pt>
                <c:pt idx="14">
                  <c:v>67</c:v>
                </c:pt>
                <c:pt idx="15">
                  <c:v>69.599999999999994</c:v>
                </c:pt>
                <c:pt idx="16">
                  <c:v>72</c:v>
                </c:pt>
                <c:pt idx="17">
                  <c:v>74.3</c:v>
                </c:pt>
                <c:pt idx="18">
                  <c:v>76.599999999999994</c:v>
                </c:pt>
                <c:pt idx="19">
                  <c:v>78.7</c:v>
                </c:pt>
                <c:pt idx="20">
                  <c:v>80.7</c:v>
                </c:pt>
                <c:pt idx="21">
                  <c:v>82.5</c:v>
                </c:pt>
                <c:pt idx="22">
                  <c:v>84.3</c:v>
                </c:pt>
                <c:pt idx="23">
                  <c:v>85.8</c:v>
                </c:pt>
                <c:pt idx="24">
                  <c:v>87.3</c:v>
                </c:pt>
                <c:pt idx="25">
                  <c:v>88.6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5D-7640-ACAE-5F3CC9B1C3E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Kurmanavicius</c:v>
                </c:pt>
              </c:strCache>
            </c:strRef>
          </c:tx>
          <c:spPr>
            <a:ln w="31750">
              <a:solidFill>
                <a:srgbClr val="C2510F"/>
              </a:solidFill>
            </a:ln>
          </c:spPr>
          <c:marker>
            <c:symbol val="none"/>
          </c:marker>
          <c:cat>
            <c:strRef>
              <c:f>Sheet1!$A$2:$A$27</c:f>
              <c:strCache>
                <c:ptCount val="26"/>
                <c:pt idx="0">
                  <c:v>14</c:v>
                </c:pt>
                <c:pt idx="1">
                  <c:v>15</c:v>
                </c:pt>
                <c:pt idx="2">
                  <c:v>16</c:v>
                </c:pt>
                <c:pt idx="3">
                  <c:v>17</c:v>
                </c:pt>
                <c:pt idx="4">
                  <c:v>18</c:v>
                </c:pt>
                <c:pt idx="5">
                  <c:v>19</c:v>
                </c:pt>
                <c:pt idx="6">
                  <c:v>20</c:v>
                </c:pt>
                <c:pt idx="7">
                  <c:v>21</c:v>
                </c:pt>
                <c:pt idx="8">
                  <c:v>22</c:v>
                </c:pt>
                <c:pt idx="9">
                  <c:v>23</c:v>
                </c:pt>
                <c:pt idx="10">
                  <c:v>24</c:v>
                </c:pt>
                <c:pt idx="11">
                  <c:v>25</c:v>
                </c:pt>
                <c:pt idx="12">
                  <c:v>26</c:v>
                </c:pt>
                <c:pt idx="13">
                  <c:v>27</c:v>
                </c:pt>
                <c:pt idx="14">
                  <c:v>28</c:v>
                </c:pt>
                <c:pt idx="15">
                  <c:v>29</c:v>
                </c:pt>
                <c:pt idx="16">
                  <c:v>30</c:v>
                </c:pt>
                <c:pt idx="17">
                  <c:v>31</c:v>
                </c:pt>
                <c:pt idx="18">
                  <c:v>32</c:v>
                </c:pt>
                <c:pt idx="19">
                  <c:v>33</c:v>
                </c:pt>
                <c:pt idx="20">
                  <c:v>34</c:v>
                </c:pt>
                <c:pt idx="21">
                  <c:v>35</c:v>
                </c:pt>
                <c:pt idx="22">
                  <c:v>36</c:v>
                </c:pt>
                <c:pt idx="23">
                  <c:v>37</c:v>
                </c:pt>
                <c:pt idx="24">
                  <c:v>38</c:v>
                </c:pt>
                <c:pt idx="25">
                  <c:v>39</c:v>
                </c:pt>
              </c:strCache>
            </c:strRef>
          </c:cat>
          <c:val>
            <c:numRef>
              <c:f>Sheet1!$D$2:$D$27</c:f>
              <c:numCache>
                <c:formatCode>General</c:formatCode>
                <c:ptCount val="26"/>
                <c:pt idx="0">
                  <c:v>26.3</c:v>
                </c:pt>
                <c:pt idx="1">
                  <c:v>30</c:v>
                </c:pt>
                <c:pt idx="2">
                  <c:v>33.5</c:v>
                </c:pt>
                <c:pt idx="3">
                  <c:v>37.1</c:v>
                </c:pt>
                <c:pt idx="4">
                  <c:v>40.5</c:v>
                </c:pt>
                <c:pt idx="5">
                  <c:v>43.9</c:v>
                </c:pt>
                <c:pt idx="6">
                  <c:v>47.2</c:v>
                </c:pt>
                <c:pt idx="7">
                  <c:v>50.4</c:v>
                </c:pt>
                <c:pt idx="8">
                  <c:v>53.6</c:v>
                </c:pt>
                <c:pt idx="9">
                  <c:v>56.6</c:v>
                </c:pt>
                <c:pt idx="10">
                  <c:v>59.6</c:v>
                </c:pt>
                <c:pt idx="11">
                  <c:v>62.4</c:v>
                </c:pt>
                <c:pt idx="12">
                  <c:v>65.2</c:v>
                </c:pt>
                <c:pt idx="13">
                  <c:v>67.900000000000006</c:v>
                </c:pt>
                <c:pt idx="14">
                  <c:v>70.400000000000006</c:v>
                </c:pt>
                <c:pt idx="15">
                  <c:v>72.900000000000006</c:v>
                </c:pt>
                <c:pt idx="16">
                  <c:v>75.2</c:v>
                </c:pt>
                <c:pt idx="17">
                  <c:v>77.5</c:v>
                </c:pt>
                <c:pt idx="18">
                  <c:v>79.599999999999994</c:v>
                </c:pt>
                <c:pt idx="19">
                  <c:v>81.5</c:v>
                </c:pt>
                <c:pt idx="20">
                  <c:v>83.4</c:v>
                </c:pt>
                <c:pt idx="21">
                  <c:v>85.1</c:v>
                </c:pt>
                <c:pt idx="22">
                  <c:v>86.7</c:v>
                </c:pt>
                <c:pt idx="23">
                  <c:v>88.1</c:v>
                </c:pt>
                <c:pt idx="24">
                  <c:v>89.4</c:v>
                </c:pt>
                <c:pt idx="25">
                  <c:v>90.5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5D-7640-ACAE-5F3CC9B1C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he-IL" sz="1200" b="0">
                    <a:solidFill>
                      <a:srgbClr val="4F606C"/>
                    </a:solidFill>
                    <a:latin typeface="Assistant"/>
                  </a:rPr>
                  <a:t>שבוע הריון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>
            <a:solidFill>
              <a:srgbClr val="7A8C99"/>
            </a:solidFill>
          </a:ln>
        </c:spPr>
        <c:txPr>
          <a:bodyPr/>
          <a:lstStyle/>
          <a:p>
            <a:pPr>
              <a:defRPr sz="1200"/>
            </a:pPr>
            <a:endParaRPr lang="en-IL"/>
          </a:p>
        </c:txPr>
        <c:crossAx val="2140495176"/>
        <c:crosses val="autoZero"/>
        <c:auto val="1"/>
        <c:lblAlgn val="ctr"/>
        <c:lblOffset val="100"/>
        <c:tickLblSkip val="2"/>
        <c:noMultiLvlLbl val="0"/>
      </c:catAx>
      <c:valAx>
        <c:axId val="2140495176"/>
        <c:scaling>
          <c:orientation val="minMax"/>
          <c:max val="100"/>
          <c:min val="20"/>
        </c:scaling>
        <c:delete val="0"/>
        <c:axPos val="l"/>
        <c:majorGridlines>
          <c:spPr>
            <a:ln w="9525">
              <a:solidFill>
                <a:srgbClr val="D5DEE4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200" b="0" dirty="0">
                    <a:solidFill>
                      <a:srgbClr val="4F606C"/>
                    </a:solidFill>
                    <a:latin typeface="Assistant"/>
                  </a:rPr>
                  <a:t>BPD</a:t>
                </a:r>
                <a:r>
                  <a:rPr lang="he-IL" sz="1200" b="0" baseline="0" dirty="0">
                    <a:solidFill>
                      <a:srgbClr val="4F606C"/>
                    </a:solidFill>
                    <a:latin typeface="Assistant"/>
                  </a:rPr>
                  <a:t>במ״מ </a:t>
                </a:r>
                <a:endParaRPr lang="he-IL" sz="1200" b="0" dirty="0">
                  <a:solidFill>
                    <a:srgbClr val="4F606C"/>
                  </a:solidFill>
                  <a:latin typeface="Assistant"/>
                </a:endParaRP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7A8C99"/>
            </a:solidFill>
          </a:ln>
        </c:spPr>
        <c:txPr>
          <a:bodyPr/>
          <a:lstStyle/>
          <a:p>
            <a:pPr>
              <a:defRPr sz="1200"/>
            </a:pPr>
            <a:endParaRPr lang="en-IL"/>
          </a:p>
        </c:txPr>
        <c:crossAx val="2118791784"/>
        <c:crosses val="autoZero"/>
        <c:crossBetween val="between"/>
        <c:majorUnit val="20"/>
      </c:valAx>
    </c:plotArea>
    <c:legend>
      <c:legendPos val="b"/>
      <c:overlay val="0"/>
      <c:txPr>
        <a:bodyPr/>
        <a:lstStyle/>
        <a:p>
          <a:pPr>
            <a:defRPr sz="1200">
              <a:latin typeface="Assistant"/>
            </a:defRPr>
          </a:pPr>
          <a:endParaRPr lang="en-IL"/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4F606C"/>
          </a:solidFill>
          <a:latin typeface="Assistant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he-IL" altLang="en-US" sz="3000" b="1" dirty="0">
                <a:solidFill>
                  <a:srgbClr val="14303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defRPr>
            </a:lvl1pPr>
          </a:lstStyle>
          <a:p>
            <a:pPr marL="0" indent="0" algn="r">
              <a:buNone/>
            </a:pPr>
            <a:endParaRPr lang="he-IL" sz="3000" dirty="0"/>
          </a:p>
        </p:txBody>
      </p:sp>
      <p:sp>
        <p:nvSpPr>
          <p:cNvPr id="3" name="Text 0"/>
          <p:cNvSpPr/>
          <p:nvPr/>
        </p:nvSpPr>
        <p:spPr>
          <a:xfrm>
            <a:off x="6156655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he-IL" altLang="en-US" sz="1000" dirty="0">
                <a:solidFill>
                  <a:srgbClr val="7A8C99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קבוצת BPD  |  התאמת עקומות גדילה לנתונים הישראליים</a:t>
            </a:r>
            <a:endParaRPr lang="he-IL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011680"/>
            <a:ext cx="1109441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he-IL" altLang="en-US" sz="44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defRPr>
            </a:lvl1pPr>
          </a:lstStyle>
          <a:p>
            <a:pPr marL="0" indent="0" algn="r">
              <a:buNone/>
            </a:pPr>
            <a:endParaRPr lang="he-IL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OP">
    <p:bg>
      <p:bgPr>
        <a:solidFill>
          <a:srgbClr val="1430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 rtl="1">
              <a:buNone/>
              <a:defRPr lang="he-IL" altLang="en-US" sz="36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defRPr>
            </a:lvl1pPr>
          </a:lstStyle>
          <a:p>
            <a:pPr marL="0" indent="0" algn="r">
              <a:buNone/>
            </a:pPr>
            <a:endParaRPr lang="he-IL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C99"/>
                </a:solidFill>
                <a:latin typeface="Assistant"/>
                <a:ea typeface="Assistant"/>
                <a:cs typeface="Assistant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האם עקומות הגדילה הקיימות מתאימות לעוברים בישראל?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1188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2200" b="0">
                <a:solidFill>
                  <a:srgbClr val="C9DCE8"/>
                </a:solidFill>
                <a:latin typeface="Assistant"/>
                <a:ea typeface="Assistant"/>
                <a:cs typeface="Assistant"/>
              </a:rPr>
              <a:t>בחינת קוטר הראש (BPD) מול העקומות של הדלוק (Hadlock) ושל Kurmanavicius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11091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400" b="0" dirty="0">
                <a:solidFill>
                  <a:srgbClr val="9FB6C6"/>
                </a:solidFill>
                <a:latin typeface="Assistant"/>
                <a:ea typeface="Assistant"/>
                <a:cs typeface="Assistant"/>
              </a:rPr>
              <a:t>קבוצת 5BPD  |  מעבדה סטטיסטית  |  אוקטובר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מה בודקים?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עובר מסומן כ״חריג״ ונכנס למעקב אם ה־BPD שלו מחוץ לספים של עקומת ייחוס. אם העקומה מתאימה לאוכלוסייה, רק שיעור קטן וידוע מראש יסומן כחריג.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fld id="{B6F15528-21DE-4FAA-801E-634DDDAF4B2B}" type="slidenum">
              <a:rPr lang="en-US" sz="100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2</a:t>
            </a:fld>
            <a:endParaRPr lang="en-US" sz="1000">
              <a:solidFill>
                <a:srgbClr val="7A8C99"/>
              </a:solidFill>
              <a:latin typeface="Assistant"/>
              <a:ea typeface="Assistant"/>
              <a:cs typeface="Assistan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36208" y="1874519"/>
            <a:ext cx="5404104" cy="269748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10528" y="2057400"/>
            <a:ext cx="48554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20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הבעיה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10528" y="2560320"/>
            <a:ext cx="4855464" cy="9848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בפועל נראה שעוברים תקינים רבים מדי מסווגים כחריגים, נשלחים למעקב ומקבלים חשש שווא.</a:t>
            </a:r>
            <a:endParaRPr lang="en-US" sz="1600" b="0" dirty="0">
              <a:solidFill>
                <a:srgbClr val="14303F"/>
              </a:solidFill>
              <a:latin typeface="Assistant"/>
              <a:ea typeface="Assistant"/>
              <a:cs typeface="Assistant"/>
            </a:endParaRPr>
          </a:p>
          <a:p>
            <a:pPr algn="r" rtl="1"/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העקומות שבשימוש (הדלוק </a:t>
            </a:r>
            <a:r>
              <a:rPr lang="he-IL" sz="1600" b="0" dirty="0" err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ו־Kurmanavicius</a:t>
            </a:r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) פותחו על אוכלוסיות אחרות.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5404104" cy="269748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4855464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2000" b="1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השאלה הסטטיסטית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60320"/>
            <a:ext cx="4855464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האם שיעור העוברים שחורגים מכל סף שווה לשיעור הנקוב של אותו סף?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37410"/>
            <a:ext cx="4855464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0"/>
            <a:r>
              <a:rPr lang="he-IL" sz="2400" b="1" dirty="0" err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H</a:t>
            </a:r>
            <a:r>
              <a:rPr lang="he-IL" sz="2400" b="1" dirty="0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₀: π = </a:t>
            </a:r>
            <a:r>
              <a:rPr lang="he-IL" sz="2400" b="1" dirty="0" err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p</a:t>
            </a:r>
            <a:r>
              <a:rPr lang="he-IL" sz="2400" b="1" dirty="0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      </a:t>
            </a:r>
            <a:r>
              <a:rPr lang="he-IL" sz="2400" b="1" dirty="0" err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H</a:t>
            </a:r>
            <a:r>
              <a:rPr lang="he-IL" sz="2400" b="1" dirty="0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₁: π ≠ </a:t>
            </a:r>
            <a:r>
              <a:rPr lang="he-IL" sz="2400" b="1" dirty="0" err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p</a:t>
            </a:r>
            <a:endParaRPr lang="he-IL" sz="2400" b="1" dirty="0">
              <a:solidFill>
                <a:srgbClr val="0B6AA8"/>
              </a:solidFill>
              <a:latin typeface="Assistant"/>
              <a:ea typeface="Assistant"/>
              <a:cs typeface="Assistan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4855464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π – שיעור העוברים שהעקומה מסווגת כחריגים בפועל.</a:t>
            </a:r>
            <a:endParaRPr lang="en-US" sz="1400" b="0" dirty="0">
              <a:solidFill>
                <a:srgbClr val="4F606C"/>
              </a:solidFill>
              <a:latin typeface="Assistant"/>
              <a:ea typeface="Assistant"/>
              <a:cs typeface="Assistant"/>
            </a:endParaRPr>
          </a:p>
          <a:p>
            <a:pPr algn="r" rtl="1"/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p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– השיעור הנקוב (</a:t>
            </a:r>
            <a:r>
              <a:rPr lang="he-IL" sz="140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האחוזונים, 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למשל 5%).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70916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200" b="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ספי החריגות (אחוזונים)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9200"/>
            <a:ext cx="1554480" cy="502920"/>
          </a:xfrm>
          <a:prstGeom prst="roundRect">
            <a:avLst>
              <a:gd name="adj" fmla="val 6857"/>
            </a:avLst>
          </a:prstGeom>
          <a:solidFill>
            <a:srgbClr val="C25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5029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מתחת ל־3%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12848" y="5029200"/>
            <a:ext cx="1554480" cy="502920"/>
          </a:xfrm>
          <a:prstGeom prst="roundRect">
            <a:avLst>
              <a:gd name="adj" fmla="val 6857"/>
            </a:avLst>
          </a:prstGeom>
          <a:solidFill>
            <a:srgbClr val="C25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12848" y="5029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מתחת ל־5%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77056" y="5029200"/>
            <a:ext cx="1554480" cy="502920"/>
          </a:xfrm>
          <a:prstGeom prst="roundRect">
            <a:avLst>
              <a:gd name="adj" fmla="val 6857"/>
            </a:avLst>
          </a:prstGeom>
          <a:solidFill>
            <a:srgbClr val="C251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77056" y="5029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מתחת ל־10%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41264" y="5029200"/>
            <a:ext cx="2743200" cy="5029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41264" y="50292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4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תקין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4192" y="5029200"/>
            <a:ext cx="1554480" cy="502920"/>
          </a:xfrm>
          <a:prstGeom prst="roundRect">
            <a:avLst>
              <a:gd name="adj" fmla="val 6857"/>
            </a:avLst>
          </a:prstGeom>
          <a:solidFill>
            <a:srgbClr val="0B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5029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מעל 95%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5029200"/>
            <a:ext cx="1554480" cy="502920"/>
          </a:xfrm>
          <a:prstGeom prst="roundRect">
            <a:avLst>
              <a:gd name="adj" fmla="val 6857"/>
            </a:avLst>
          </a:prstGeom>
          <a:solidFill>
            <a:srgbClr val="0B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5029200"/>
            <a:ext cx="155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400" b="1" dirty="0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מעל 97.5%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15000"/>
            <a:ext cx="1109167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הבדיקה: מדידה אחת לכל הריון · מבחן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z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לכל סף · 10 מבחנים (5 ספים × 2 עקומות) עם תיקון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בונפרוני</a:t>
            </a:r>
            <a:endParaRPr lang="he-IL" sz="1400" b="0" dirty="0">
              <a:solidFill>
                <a:srgbClr val="4F606C"/>
              </a:solidFill>
              <a:latin typeface="Assistant"/>
              <a:ea typeface="Assistant"/>
              <a:cs typeface="Assistan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הנתונים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הנתונים מוגבלים לשבוע 40 לכל היותר. אותה אישה יכולה להופיע בכמה הריונות, ולכל הריון יש בדרך כלל כמה בדיקות.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fld id="{B6F15528-21DE-4FAA-801E-634DDDAF4B2B}" type="slidenum">
              <a:rPr lang="en-US" sz="100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3</a:t>
            </a:fld>
            <a:endParaRPr lang="en-US" sz="1000">
              <a:solidFill>
                <a:srgbClr val="7A8C99"/>
              </a:solidFill>
              <a:latin typeface="Assistant"/>
              <a:ea typeface="Assistant"/>
              <a:cs typeface="Assistan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29016" y="1783080"/>
            <a:ext cx="3511296" cy="14173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29016" y="1874519"/>
            <a:ext cx="35112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40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15,185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9016" y="2606040"/>
            <a:ext cx="3511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6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נשים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8828" y="1783080"/>
            <a:ext cx="3511296" cy="14173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38828" y="1874519"/>
            <a:ext cx="35112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40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22,789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8828" y="2606040"/>
            <a:ext cx="3511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6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הריונות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783080"/>
            <a:ext cx="3511296" cy="14173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3511296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40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57,287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351129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6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בדיקות אולטרסאונד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200" b="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מסלול הנתונים (מספר בדיקות)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99448" y="3749039"/>
            <a:ext cx="2331720" cy="9601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99448" y="37947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61,999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90888" y="42976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2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הקובץ הגולמי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8823960" y="4114800"/>
            <a:ext cx="365760" cy="237744"/>
          </a:xfrm>
          <a:prstGeom prst="leftArrow">
            <a:avLst/>
          </a:prstGeom>
          <a:solidFill>
            <a:srgbClr val="7A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82512" y="3749039"/>
            <a:ext cx="2331720" cy="9601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82512" y="37947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57,354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42976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2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עד שבוע 40 (הוסרו 4,645)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5907023" y="4114800"/>
            <a:ext cx="365760" cy="237744"/>
          </a:xfrm>
          <a:prstGeom prst="leftArrow">
            <a:avLst/>
          </a:prstGeom>
          <a:solidFill>
            <a:srgbClr val="7A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3465576" y="3749039"/>
            <a:ext cx="2331720" cy="96012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65576" y="37947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57,352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7016" y="4388227"/>
            <a:ext cx="214884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2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ללא BPD (הוסרו 2)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2990088" y="4114800"/>
            <a:ext cx="365760" cy="237744"/>
          </a:xfrm>
          <a:prstGeom prst="leftArrow">
            <a:avLst/>
          </a:prstGeom>
          <a:solidFill>
            <a:srgbClr val="7A8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548640" y="3749039"/>
            <a:ext cx="2331720" cy="960120"/>
          </a:xfrm>
          <a:prstGeom prst="roundRect">
            <a:avLst>
              <a:gd name="adj" fmla="val 6857"/>
            </a:avLst>
          </a:prstGeom>
          <a:solidFill>
            <a:srgbClr val="0B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794760"/>
            <a:ext cx="23317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57,287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97680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1200" b="0">
                <a:solidFill>
                  <a:srgbClr val="E3EEF5"/>
                </a:solidFill>
                <a:latin typeface="Assistant"/>
                <a:ea typeface="Assistant"/>
                <a:cs typeface="Assistant"/>
              </a:rPr>
              <a:t>אחרי ניקוי חריגים (הוסרו 65)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29200"/>
            <a:ext cx="11091672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400" b="1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הגדרת הריון: 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אותה אם עם תאריך לידה משוער שלא קפץ ביותר מ־100 יום.</a:t>
            </a:r>
          </a:p>
          <a:p>
            <a:pPr algn="r" rtl="1"/>
            <a:r>
              <a:rPr lang="he-IL" sz="1400" b="1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ערכים חסרים: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ב־BPD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חסרים 2 ערכים בלבד והם הוסרו. בממוצע 2.5 בדיקות להריון.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יחידות מידה וניקוי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fld id="{B6F15528-21DE-4FAA-801E-634DDDAF4B2B}" type="slidenum">
              <a:rPr lang="en-US" sz="100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4</a:t>
            </a:fld>
            <a:endParaRPr lang="en-US" sz="1000">
              <a:solidFill>
                <a:srgbClr val="7A8C99"/>
              </a:solidFill>
              <a:latin typeface="Assistant"/>
              <a:ea typeface="Assistant"/>
              <a:cs typeface="Assistant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8237866"/>
              </p:ext>
            </p:extLst>
          </p:nvPr>
        </p:nvGraphicFramePr>
        <p:xfrm>
          <a:off x="548640" y="1280160"/>
          <a:ext cx="658368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406640" y="1280160"/>
            <a:ext cx="4233672" cy="242316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417320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תיקון יחידות מידה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69880" y="192024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192024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he-IL" sz="14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נרשמו בסנטימטרים (תוקנו: ×10)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69880" y="2487168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222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487168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he-IL" sz="14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נקודה עשרונית חסרה (תוקנו: ÷10)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3054096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3054096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he-IL" sz="14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שתי ספרות חסרות (תוקן: ÷100)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840480"/>
            <a:ext cx="4233672" cy="237744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35240" y="3977639"/>
            <a:ext cx="37764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ניקוי חריגים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91652" y="4543700"/>
            <a:ext cx="9601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C2510F"/>
                </a:solidFill>
                <a:latin typeface="Assistant"/>
                <a:ea typeface="Assistant"/>
                <a:cs typeface="Assistant"/>
              </a:rPr>
              <a:t>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7012" y="4671156"/>
            <a:ext cx="27432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ערכים רחוקים מאוד מהחציון של אותו שבוע הוסרו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91652" y="5293508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C2510F"/>
                </a:solidFill>
                <a:latin typeface="Assistant"/>
                <a:ea typeface="Assistant"/>
                <a:cs typeface="Assistant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7012" y="52935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/>
            <a:r>
              <a:rPr lang="he-IL" sz="1400" b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ערכי BPD חסרים הוסרו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t>התוצאות: כמה חריגים מסמנת כל עקומה?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fld id="{B6F15528-21DE-4FAA-801E-634DDDAF4B2B}" type="slidenum">
              <a:rPr lang="en-US" sz="100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5</a:t>
            </a:fld>
            <a:endParaRPr lang="en-US" sz="1000">
              <a:solidFill>
                <a:srgbClr val="7A8C99"/>
              </a:solidFill>
              <a:latin typeface="Assistant"/>
              <a:ea typeface="Assistant"/>
              <a:cs typeface="Assistant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977148"/>
              </p:ext>
            </p:extLst>
          </p:nvPr>
        </p:nvGraphicFramePr>
        <p:xfrm>
          <a:off x="548640" y="1280160"/>
          <a:ext cx="72237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280160"/>
            <a:ext cx="3685032" cy="155448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83879" y="138988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Hadlock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737360"/>
            <a:ext cx="3227832" cy="6463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יותר מדי עוברים מסומנים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כ״קטנים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״ (7.8% מתחת לאחוזון 5 במקום 5%), ופחות מדי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כ״גדולים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״ (4.1% מעל 95%).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926080"/>
            <a:ext cx="3685032" cy="155448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303580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>
                <a:solidFill>
                  <a:srgbClr val="C2510F"/>
                </a:solidFill>
                <a:latin typeface="Assistant"/>
                <a:ea typeface="Assistant"/>
                <a:cs typeface="Assistant"/>
              </a:rPr>
              <a:t>Kurmanavicius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383280"/>
            <a:ext cx="322783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סטייה גדולה מאוד: 34.3% מתחת לאחוזון 5, ובצד הגדול כמעט אין חריגים (0.2% מעל 95%).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572000"/>
            <a:ext cx="3685032" cy="155448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468172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מובהקות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029200"/>
            <a:ext cx="3227832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9 מתוך 10 המבחנים דחו את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H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₀. היחיד שלא נדחה: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Hadlock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מעל 97.5%. במדגם גדול כל סטייה מובהקת, ולכן העיקר הוא גודל הסטייה.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dirty="0"/>
              <a:t>איפה הסטייה? אחוזון 5 לפי שבוע הריון</a:t>
            </a:r>
            <a:r>
              <a:rPr lang="he-IL" dirty="0"/>
              <a:t> כדוגמה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fld id="{B6F15528-21DE-4FAA-801E-634DDDAF4B2B}" type="slidenum">
              <a:rPr lang="en-US" sz="100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6</a:t>
            </a:fld>
            <a:endParaRPr lang="en-US" sz="1000">
              <a:solidFill>
                <a:srgbClr val="7A8C99"/>
              </a:solidFill>
              <a:latin typeface="Assistant"/>
              <a:ea typeface="Assistant"/>
              <a:cs typeface="Assistant"/>
            </a:endParaRP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652520"/>
              </p:ext>
            </p:extLst>
          </p:nvPr>
        </p:nvGraphicFramePr>
        <p:xfrm>
          <a:off x="548640" y="1280160"/>
          <a:ext cx="7223760" cy="4937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955279" y="1280160"/>
            <a:ext cx="3685032" cy="13716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183879" y="138988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Hadlock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1783080"/>
            <a:ext cx="32278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ממוצע </a:t>
            </a:r>
            <a:r>
              <a:rPr lang="he-IL" sz="1600" b="0" dirty="0" err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z</a:t>
            </a:r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:  </a:t>
            </a:r>
            <a:r>
              <a:rPr lang="he-IL" sz="1600" b="1" dirty="0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−0.15</a:t>
            </a:r>
          </a:p>
          <a:p>
            <a:pPr algn="r" rtl="1"/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סטיית תקן </a:t>
            </a:r>
            <a:r>
              <a:rPr lang="he-IL" sz="1600" b="0" dirty="0" err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z</a:t>
            </a:r>
            <a:r>
              <a:rPr lang="he-IL" sz="1600" b="0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:  </a:t>
            </a:r>
            <a:r>
              <a:rPr lang="he-IL" sz="1600" b="1" dirty="0">
                <a:solidFill>
                  <a:srgbClr val="0B6AA8"/>
                </a:solidFill>
                <a:latin typeface="Assistant"/>
                <a:ea typeface="Assistant"/>
                <a:cs typeface="Assistant"/>
              </a:rPr>
              <a:t>1.07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2743200"/>
            <a:ext cx="3685032" cy="13716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183879" y="2852928"/>
            <a:ext cx="32278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800" b="1">
                <a:solidFill>
                  <a:srgbClr val="C2510F"/>
                </a:solidFill>
                <a:latin typeface="Assistant"/>
                <a:ea typeface="Assistant"/>
                <a:cs typeface="Assistant"/>
              </a:rPr>
              <a:t>Kurmanavicius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3246120"/>
            <a:ext cx="3227832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400"/>
              </a:spcAft>
            </a:pPr>
            <a:r>
              <a:rPr lang="he-IL" sz="1600" b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ממוצע z:  </a:t>
            </a:r>
            <a:r>
              <a:rPr lang="he-IL" sz="1600" b="1">
                <a:solidFill>
                  <a:srgbClr val="C2510F"/>
                </a:solidFill>
                <a:latin typeface="Assistant"/>
                <a:ea typeface="Assistant"/>
                <a:cs typeface="Assistant"/>
              </a:rPr>
              <a:t>−1.33</a:t>
            </a:r>
          </a:p>
          <a:p>
            <a:pPr algn="r" rtl="1"/>
            <a:r>
              <a:rPr lang="he-IL" sz="1600" b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סטיית תקן z:  </a:t>
            </a:r>
            <a:r>
              <a:rPr lang="he-IL" sz="1600" b="1">
                <a:solidFill>
                  <a:srgbClr val="C2510F"/>
                </a:solidFill>
                <a:latin typeface="Assistant"/>
                <a:ea typeface="Assistant"/>
                <a:cs typeface="Assistant"/>
              </a:rPr>
              <a:t>0.94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4206240"/>
            <a:ext cx="3685032" cy="201168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83879" y="4315968"/>
            <a:ext cx="3227832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spcAft>
                <a:spcPts val="600"/>
              </a:spcAft>
            </a:pP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בעקומה מתאימה ממוצע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z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הוא 0 וסטיית התקן 1.</a:t>
            </a:r>
          </a:p>
          <a:p>
            <a:pPr algn="r" rtl="1">
              <a:spcAft>
                <a:spcPts val="600"/>
              </a:spcAft>
            </a:pP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Kurmanavicius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מוזזת כלפי מעלה בכ־1.3 סטיות תקן (כ־4 מ״מ).</a:t>
            </a:r>
          </a:p>
          <a:p>
            <a:pPr algn="r" rtl="1"/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אצל </a:t>
            </a:r>
            <a:r>
              <a:rPr lang="he-IL" sz="14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Hadlock</a:t>
            </a:r>
            <a:r>
              <a:rPr lang="he-IL" sz="14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הפער משתנה: בשבועות 21–28 ו־35–39 העוברים קטנים מהעקומה בכ־1 עד 3 מ״מ.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dirty="0"/>
              <a:t>מסקנה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0"/>
            <a:ext cx="5486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fld id="{B6F15528-21DE-4FAA-801E-634DDDAF4B2B}" type="slidenum">
              <a:rPr lang="en-US" sz="1000">
                <a:solidFill>
                  <a:srgbClr val="7A8C99"/>
                </a:solidFill>
                <a:latin typeface="Assistant"/>
                <a:ea typeface="Assistant"/>
                <a:cs typeface="Assistant"/>
              </a:rPr>
              <a:t>7</a:t>
            </a:fld>
            <a:endParaRPr lang="en-US" sz="1000">
              <a:solidFill>
                <a:srgbClr val="7A8C99"/>
              </a:solidFill>
              <a:latin typeface="Assistant"/>
              <a:ea typeface="Assistant"/>
              <a:cs typeface="Assistan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129016" y="1371600"/>
            <a:ext cx="3511296" cy="45720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71632" y="1600200"/>
            <a:ext cx="640080" cy="640080"/>
          </a:xfrm>
          <a:prstGeom prst="ellipse">
            <a:avLst/>
          </a:prstGeom>
          <a:solidFill>
            <a:srgbClr val="0B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71632" y="1600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57616" y="2468880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20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שתי העקומות לא מתאימות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57616" y="3337560"/>
            <a:ext cx="3054096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ב־9 מתוך 10 הספים שיעור החריגים שונה משמעותית מהשיעור הנקוב. המסקנה זהה בשתי העקומות, אבל גודל הסטייה שונה מאוד.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828" y="1371600"/>
            <a:ext cx="3511296" cy="45720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981444" y="1600200"/>
            <a:ext cx="640080" cy="640080"/>
          </a:xfrm>
          <a:prstGeom prst="ellipse">
            <a:avLst/>
          </a:prstGeom>
          <a:solidFill>
            <a:srgbClr val="0B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81444" y="1600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7428" y="2468880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2000" b="1" dirty="0" err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Hadlock</a:t>
            </a:r>
            <a:r>
              <a:rPr lang="he-IL" sz="2000" b="1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 קרובה, </a:t>
            </a:r>
            <a:r>
              <a:rPr lang="he-IL" sz="2000" b="1" dirty="0" err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Kurmanavicius</a:t>
            </a:r>
            <a:r>
              <a:rPr lang="he-IL" sz="2000" b="1" dirty="0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 רחוקה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7428" y="3337560"/>
            <a:ext cx="3054096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Hadlock</a:t>
            </a:r>
            <a:r>
              <a:rPr lang="he-IL" sz="16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מסמנת 7.8% מהעוברים כקטנים (במקום 5%), והפער משתנה עם גיל </a:t>
            </a:r>
            <a:r>
              <a:rPr lang="he-IL" sz="16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ההריון</a:t>
            </a:r>
            <a:r>
              <a:rPr lang="he-IL" sz="16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. </a:t>
            </a:r>
            <a:r>
              <a:rPr lang="he-IL" sz="1600" b="0" dirty="0" err="1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Kurmanavicius</a:t>
            </a:r>
            <a:r>
              <a:rPr lang="he-IL" sz="16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 מסמנת 34.3% כקטנים, כי העקומה מוזזת כלפי מעלה בכ־4 מ״מ.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371600"/>
            <a:ext cx="3511296" cy="4572000"/>
          </a:xfrm>
          <a:prstGeom prst="roundRect">
            <a:avLst>
              <a:gd name="adj" fmla="val 6857"/>
            </a:avLst>
          </a:prstGeom>
          <a:solidFill>
            <a:srgbClr val="EE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191256" y="1600200"/>
            <a:ext cx="640080" cy="640080"/>
          </a:xfrm>
          <a:prstGeom prst="ellipse">
            <a:avLst/>
          </a:prstGeom>
          <a:solidFill>
            <a:srgbClr val="0B6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91256" y="16002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/>
            <a:r>
              <a:rPr lang="he-IL" sz="2400" b="1">
                <a:solidFill>
                  <a:srgbClr val="FFFFFF"/>
                </a:solidFill>
                <a:latin typeface="Assistant"/>
                <a:ea typeface="Assistant"/>
                <a:cs typeface="Assistant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468880"/>
            <a:ext cx="3054096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2000" b="1">
                <a:solidFill>
                  <a:srgbClr val="14303F"/>
                </a:solidFill>
                <a:latin typeface="Assistant"/>
                <a:ea typeface="Assistant"/>
                <a:cs typeface="Assistant"/>
              </a:rPr>
              <a:t>המשמעות להמשך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3054096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/>
            <a:r>
              <a:rPr lang="he-IL" sz="1600" b="0" dirty="0">
                <a:solidFill>
                  <a:srgbClr val="4F606C"/>
                </a:solidFill>
                <a:latin typeface="Assistant"/>
                <a:ea typeface="Assistant"/>
                <a:cs typeface="Assistant"/>
              </a:rPr>
              <a:t>עוברים תקינים רבים נשלחים למעקב מיותר. יש צורך בעקומה שפותחה על נתוני האוכלוסייה בישראל.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PD Growth Curves">
  <a:themeElements>
    <a:clrScheme name="BPD Growth Curves">
      <a:dk1>
        <a:srgbClr val="14303F"/>
      </a:dk1>
      <a:lt1>
        <a:srgbClr val="FFFFFF"/>
      </a:lt1>
      <a:dk2>
        <a:srgbClr val="3E5363"/>
      </a:dk2>
      <a:lt2>
        <a:srgbClr val="EEF3F6"/>
      </a:lt2>
      <a:accent1>
        <a:srgbClr val="0B6AA8"/>
      </a:accent1>
      <a:accent2>
        <a:srgbClr val="C2510F"/>
      </a:accent2>
      <a:accent3>
        <a:srgbClr val="2E8B57"/>
      </a:accent3>
      <a:accent4>
        <a:srgbClr val="7A8C99"/>
      </a:accent4>
      <a:accent5>
        <a:srgbClr val="5B7FA6"/>
      </a:accent5>
      <a:accent6>
        <a:srgbClr val="B8862E"/>
      </a:accent6>
      <a:hlink>
        <a:srgbClr val="0B6AA8"/>
      </a:hlink>
      <a:folHlink>
        <a:srgbClr val="5B7FA6"/>
      </a:folHlink>
    </a:clrScheme>
    <a:fontScheme name="BPD Growth Curves">
      <a:majorFont>
        <a:latin typeface="Assistant"/>
        <a:ea typeface=""/>
        <a:cs typeface="Assistant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ssistant"/>
        <a:ea typeface=""/>
        <a:cs typeface="Assistant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657</Words>
  <Application>Microsoft Macintosh PowerPoint</Application>
  <PresentationFormat>Widescreen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Assistant</vt:lpstr>
      <vt:lpstr>BPD Growth Curves</vt:lpstr>
      <vt:lpstr>האם עקומות הגדילה הקיימות מתאימות לעוברים בישראל?</vt:lpstr>
      <vt:lpstr>מה בודקים?</vt:lpstr>
      <vt:lpstr>הנתונים</vt:lpstr>
      <vt:lpstr>יחידות מידה וניקוי</vt:lpstr>
      <vt:lpstr>התוצאות: כמה חריגים מסמנת כל עקומה?</vt:lpstr>
      <vt:lpstr>איפה הסטייה? אחוזון 5 לפי שבוע הריון כדוגמה</vt:lpstr>
      <vt:lpstr>מסקנה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התאמת עקומות גדילה (BPD) לנתונים הישראליים</dc:title>
  <dc:subject>PptxGenJS Presentation</dc:subject>
  <dc:creator>קבוצת BPD</dc:creator>
  <cp:lastModifiedBy>Adi Ozana</cp:lastModifiedBy>
  <cp:revision>4</cp:revision>
  <dcterms:created xsi:type="dcterms:W3CDTF">2026-10-26T17:31:01Z</dcterms:created>
  <dcterms:modified xsi:type="dcterms:W3CDTF">2026-10-26T20:39:15Z</dcterms:modified>
</cp:coreProperties>
</file>